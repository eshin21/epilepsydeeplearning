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56" r:id="rId1"/>
  </p:sldMasterIdLst>
  <p:notesMasterIdLst>
    <p:notesMasterId r:id="rId17"/>
  </p:notesMasterIdLst>
  <p:sldIdLst>
    <p:sldId id="256" r:id="rId2"/>
    <p:sldId id="299" r:id="rId3"/>
    <p:sldId id="304" r:id="rId4"/>
    <p:sldId id="263" r:id="rId5"/>
    <p:sldId id="277" r:id="rId6"/>
    <p:sldId id="298" r:id="rId7"/>
    <p:sldId id="308" r:id="rId8"/>
    <p:sldId id="278" r:id="rId9"/>
    <p:sldId id="305" r:id="rId10"/>
    <p:sldId id="303" r:id="rId11"/>
    <p:sldId id="285" r:id="rId12"/>
    <p:sldId id="307" r:id="rId13"/>
    <p:sldId id="306" r:id="rId14"/>
    <p:sldId id="288" r:id="rId15"/>
    <p:sldId id="275"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00"/>
    <a:srgbClr val="FF5F5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D27F2A1-4458-C142-8427-E414F0F59EC5}" v="88" dt="2026-03-24T21:36:18.48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010"/>
    <p:restoredTop sz="75342"/>
  </p:normalViewPr>
  <p:slideViewPr>
    <p:cSldViewPr snapToGrid="0">
      <p:cViewPr varScale="1">
        <p:scale>
          <a:sx n="77" d="100"/>
          <a:sy n="77" d="100"/>
        </p:scale>
        <p:origin x="224" y="4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noch Shin" userId="c39a6cce-38ff-4294-b6f2-b2b8f4cccef0" providerId="ADAL" clId="{EFE24D46-2511-5DA4-B14A-5403E002676C}"/>
    <pc:docChg chg="undo redo custSel addSld delSld modSld sldOrd">
      <pc:chgData name="Enoch Shin" userId="c39a6cce-38ff-4294-b6f2-b2b8f4cccef0" providerId="ADAL" clId="{EFE24D46-2511-5DA4-B14A-5403E002676C}" dt="2026-03-24T21:36:18.486" v="4516"/>
      <pc:docMkLst>
        <pc:docMk/>
      </pc:docMkLst>
      <pc:sldChg chg="setBg">
        <pc:chgData name="Enoch Shin" userId="c39a6cce-38ff-4294-b6f2-b2b8f4cccef0" providerId="ADAL" clId="{EFE24D46-2511-5DA4-B14A-5403E002676C}" dt="2026-03-24T21:36:18.486" v="4516"/>
        <pc:sldMkLst>
          <pc:docMk/>
          <pc:sldMk cId="2360785336" sldId="256"/>
        </pc:sldMkLst>
      </pc:sldChg>
      <pc:sldChg chg="addSp modSp mod setBg">
        <pc:chgData name="Enoch Shin" userId="c39a6cce-38ff-4294-b6f2-b2b8f4cccef0" providerId="ADAL" clId="{EFE24D46-2511-5DA4-B14A-5403E002676C}" dt="2026-03-24T21:36:18.486" v="4516"/>
        <pc:sldMkLst>
          <pc:docMk/>
          <pc:sldMk cId="1686003966" sldId="263"/>
        </pc:sldMkLst>
        <pc:spChg chg="mod">
          <ac:chgData name="Enoch Shin" userId="c39a6cce-38ff-4294-b6f2-b2b8f4cccef0" providerId="ADAL" clId="{EFE24D46-2511-5DA4-B14A-5403E002676C}" dt="2026-03-24T21:13:27.483" v="2440" actId="20577"/>
          <ac:spMkLst>
            <pc:docMk/>
            <pc:sldMk cId="1686003966" sldId="263"/>
            <ac:spMk id="3" creationId="{7B696EE4-429D-F413-7A3F-AE698B1C4B37}"/>
          </ac:spMkLst>
        </pc:spChg>
        <pc:spChg chg="add mod">
          <ac:chgData name="Enoch Shin" userId="c39a6cce-38ff-4294-b6f2-b2b8f4cccef0" providerId="ADAL" clId="{EFE24D46-2511-5DA4-B14A-5403E002676C}" dt="2026-03-19T16:44:42.830" v="1242" actId="1076"/>
          <ac:spMkLst>
            <pc:docMk/>
            <pc:sldMk cId="1686003966" sldId="263"/>
            <ac:spMk id="4" creationId="{F7999505-AE91-8B1A-FC3A-3E9337785D69}"/>
          </ac:spMkLst>
        </pc:spChg>
        <pc:cxnChg chg="add mod">
          <ac:chgData name="Enoch Shin" userId="c39a6cce-38ff-4294-b6f2-b2b8f4cccef0" providerId="ADAL" clId="{EFE24D46-2511-5DA4-B14A-5403E002676C}" dt="2026-03-19T16:44:39.791" v="1241" actId="208"/>
          <ac:cxnSpMkLst>
            <pc:docMk/>
            <pc:sldMk cId="1686003966" sldId="263"/>
            <ac:cxnSpMk id="6" creationId="{54C9B681-D77E-06EA-AA3B-ABC49B67B644}"/>
          </ac:cxnSpMkLst>
        </pc:cxnChg>
      </pc:sldChg>
      <pc:sldChg chg="addSp delSp modSp del mod">
        <pc:chgData name="Enoch Shin" userId="c39a6cce-38ff-4294-b6f2-b2b8f4cccef0" providerId="ADAL" clId="{EFE24D46-2511-5DA4-B14A-5403E002676C}" dt="2026-03-24T21:02:30.669" v="1935" actId="2696"/>
        <pc:sldMkLst>
          <pc:docMk/>
          <pc:sldMk cId="893231155" sldId="271"/>
        </pc:sldMkLst>
        <pc:spChg chg="del">
          <ac:chgData name="Enoch Shin" userId="c39a6cce-38ff-4294-b6f2-b2b8f4cccef0" providerId="ADAL" clId="{EFE24D46-2511-5DA4-B14A-5403E002676C}" dt="2026-03-24T21:02:03.787" v="1931" actId="478"/>
          <ac:spMkLst>
            <pc:docMk/>
            <pc:sldMk cId="893231155" sldId="271"/>
            <ac:spMk id="3" creationId="{080EB49A-E361-34FE-B214-216DB6B8B4BB}"/>
          </ac:spMkLst>
        </pc:spChg>
        <pc:spChg chg="add mod">
          <ac:chgData name="Enoch Shin" userId="c39a6cce-38ff-4294-b6f2-b2b8f4cccef0" providerId="ADAL" clId="{EFE24D46-2511-5DA4-B14A-5403E002676C}" dt="2026-03-24T21:02:03.787" v="1931" actId="478"/>
          <ac:spMkLst>
            <pc:docMk/>
            <pc:sldMk cId="893231155" sldId="271"/>
            <ac:spMk id="5" creationId="{E3A6604C-38D3-9B9F-D477-797F5008AEE1}"/>
          </ac:spMkLst>
        </pc:spChg>
      </pc:sldChg>
      <pc:sldChg chg="modSp mod setBg">
        <pc:chgData name="Enoch Shin" userId="c39a6cce-38ff-4294-b6f2-b2b8f4cccef0" providerId="ADAL" clId="{EFE24D46-2511-5DA4-B14A-5403E002676C}" dt="2026-03-24T21:36:18.486" v="4516"/>
        <pc:sldMkLst>
          <pc:docMk/>
          <pc:sldMk cId="2736603610" sldId="275"/>
        </pc:sldMkLst>
        <pc:spChg chg="mod">
          <ac:chgData name="Enoch Shin" userId="c39a6cce-38ff-4294-b6f2-b2b8f4cccef0" providerId="ADAL" clId="{EFE24D46-2511-5DA4-B14A-5403E002676C}" dt="2026-03-24T21:35:58.104" v="4515" actId="255"/>
          <ac:spMkLst>
            <pc:docMk/>
            <pc:sldMk cId="2736603610" sldId="275"/>
            <ac:spMk id="3" creationId="{70762040-9254-2FCA-5342-F274ECBFDDC1}"/>
          </ac:spMkLst>
        </pc:spChg>
      </pc:sldChg>
      <pc:sldChg chg="addSp delSp modSp mod setBg">
        <pc:chgData name="Enoch Shin" userId="c39a6cce-38ff-4294-b6f2-b2b8f4cccef0" providerId="ADAL" clId="{EFE24D46-2511-5DA4-B14A-5403E002676C}" dt="2026-03-24T21:36:18.486" v="4516"/>
        <pc:sldMkLst>
          <pc:docMk/>
          <pc:sldMk cId="3206771332" sldId="277"/>
        </pc:sldMkLst>
        <pc:spChg chg="mod">
          <ac:chgData name="Enoch Shin" userId="c39a6cce-38ff-4294-b6f2-b2b8f4cccef0" providerId="ADAL" clId="{EFE24D46-2511-5DA4-B14A-5403E002676C}" dt="2026-03-19T16:30:22.010" v="798" actId="20577"/>
          <ac:spMkLst>
            <pc:docMk/>
            <pc:sldMk cId="3206771332" sldId="277"/>
            <ac:spMk id="2" creationId="{919DBFE2-5B08-5F7E-9C34-4E288038744C}"/>
          </ac:spMkLst>
        </pc:spChg>
        <pc:spChg chg="mod">
          <ac:chgData name="Enoch Shin" userId="c39a6cce-38ff-4294-b6f2-b2b8f4cccef0" providerId="ADAL" clId="{EFE24D46-2511-5DA4-B14A-5403E002676C}" dt="2026-03-24T21:16:30.165" v="2590" actId="27636"/>
          <ac:spMkLst>
            <pc:docMk/>
            <pc:sldMk cId="3206771332" sldId="277"/>
            <ac:spMk id="3" creationId="{0A55E001-F8E3-3896-F178-D3FED9B70D43}"/>
          </ac:spMkLst>
        </pc:spChg>
        <pc:picChg chg="add mod">
          <ac:chgData name="Enoch Shin" userId="c39a6cce-38ff-4294-b6f2-b2b8f4cccef0" providerId="ADAL" clId="{EFE24D46-2511-5DA4-B14A-5403E002676C}" dt="2026-03-24T21:14:44.708" v="2445" actId="1076"/>
          <ac:picMkLst>
            <pc:docMk/>
            <pc:sldMk cId="3206771332" sldId="277"/>
            <ac:picMk id="5" creationId="{D093D101-6FA7-258E-639D-40383ECF4616}"/>
          </ac:picMkLst>
        </pc:picChg>
      </pc:sldChg>
      <pc:sldChg chg="addSp delSp modSp mod setBg">
        <pc:chgData name="Enoch Shin" userId="c39a6cce-38ff-4294-b6f2-b2b8f4cccef0" providerId="ADAL" clId="{EFE24D46-2511-5DA4-B14A-5403E002676C}" dt="2026-03-24T21:36:18.486" v="4516"/>
        <pc:sldMkLst>
          <pc:docMk/>
          <pc:sldMk cId="2120960596" sldId="278"/>
        </pc:sldMkLst>
        <pc:spChg chg="mod">
          <ac:chgData name="Enoch Shin" userId="c39a6cce-38ff-4294-b6f2-b2b8f4cccef0" providerId="ADAL" clId="{EFE24D46-2511-5DA4-B14A-5403E002676C}" dt="2026-03-24T21:01:42.094" v="1896" actId="20577"/>
          <ac:spMkLst>
            <pc:docMk/>
            <pc:sldMk cId="2120960596" sldId="278"/>
            <ac:spMk id="2" creationId="{EE57B110-D5D4-F42D-4362-9F13761A2AC9}"/>
          </ac:spMkLst>
        </pc:spChg>
        <pc:spChg chg="mod">
          <ac:chgData name="Enoch Shin" userId="c39a6cce-38ff-4294-b6f2-b2b8f4cccef0" providerId="ADAL" clId="{EFE24D46-2511-5DA4-B14A-5403E002676C}" dt="2026-03-24T21:19:57.398" v="3089" actId="1076"/>
          <ac:spMkLst>
            <pc:docMk/>
            <pc:sldMk cId="2120960596" sldId="278"/>
            <ac:spMk id="9" creationId="{F37D45D0-81CB-7E09-4D17-7E26DC899661}"/>
          </ac:spMkLst>
        </pc:spChg>
        <pc:picChg chg="del mod">
          <ac:chgData name="Enoch Shin" userId="c39a6cce-38ff-4294-b6f2-b2b8f4cccef0" providerId="ADAL" clId="{EFE24D46-2511-5DA4-B14A-5403E002676C}" dt="2026-03-24T20:54:40.004" v="1517" actId="478"/>
          <ac:picMkLst>
            <pc:docMk/>
            <pc:sldMk cId="2120960596" sldId="278"/>
            <ac:picMk id="3" creationId="{8EB5E343-6A95-F818-8652-A4421533E362}"/>
          </ac:picMkLst>
        </pc:picChg>
        <pc:picChg chg="add del mod">
          <ac:chgData name="Enoch Shin" userId="c39a6cce-38ff-4294-b6f2-b2b8f4cccef0" providerId="ADAL" clId="{EFE24D46-2511-5DA4-B14A-5403E002676C}" dt="2026-03-24T21:01:57.101" v="1930" actId="21"/>
          <ac:picMkLst>
            <pc:docMk/>
            <pc:sldMk cId="2120960596" sldId="278"/>
            <ac:picMk id="4" creationId="{62403299-8C86-D7DD-139A-E2DA2B9B78DA}"/>
          </ac:picMkLst>
        </pc:picChg>
        <pc:picChg chg="add del mod">
          <ac:chgData name="Enoch Shin" userId="c39a6cce-38ff-4294-b6f2-b2b8f4cccef0" providerId="ADAL" clId="{EFE24D46-2511-5DA4-B14A-5403E002676C}" dt="2026-03-24T21:12:20.759" v="2428" actId="21"/>
          <ac:picMkLst>
            <pc:docMk/>
            <pc:sldMk cId="2120960596" sldId="278"/>
            <ac:picMk id="5" creationId="{F38E59E5-C9CB-5BFC-5A13-DD0A4478B4FD}"/>
          </ac:picMkLst>
        </pc:picChg>
      </pc:sldChg>
      <pc:sldChg chg="del">
        <pc:chgData name="Enoch Shin" userId="c39a6cce-38ff-4294-b6f2-b2b8f4cccef0" providerId="ADAL" clId="{EFE24D46-2511-5DA4-B14A-5403E002676C}" dt="2026-03-24T20:53:52.466" v="1500" actId="2696"/>
        <pc:sldMkLst>
          <pc:docMk/>
          <pc:sldMk cId="767452580" sldId="282"/>
        </pc:sldMkLst>
      </pc:sldChg>
      <pc:sldChg chg="del">
        <pc:chgData name="Enoch Shin" userId="c39a6cce-38ff-4294-b6f2-b2b8f4cccef0" providerId="ADAL" clId="{EFE24D46-2511-5DA4-B14A-5403E002676C}" dt="2026-03-24T20:53:52.477" v="1501" actId="2696"/>
        <pc:sldMkLst>
          <pc:docMk/>
          <pc:sldMk cId="4109261465" sldId="284"/>
        </pc:sldMkLst>
      </pc:sldChg>
      <pc:sldChg chg="addSp delSp modSp mod setBg modShow">
        <pc:chgData name="Enoch Shin" userId="c39a6cce-38ff-4294-b6f2-b2b8f4cccef0" providerId="ADAL" clId="{EFE24D46-2511-5DA4-B14A-5403E002676C}" dt="2026-03-24T21:36:18.486" v="4516"/>
        <pc:sldMkLst>
          <pc:docMk/>
          <pc:sldMk cId="2238264942" sldId="285"/>
        </pc:sldMkLst>
        <pc:spChg chg="mod">
          <ac:chgData name="Enoch Shin" userId="c39a6cce-38ff-4294-b6f2-b2b8f4cccef0" providerId="ADAL" clId="{EFE24D46-2511-5DA4-B14A-5403E002676C}" dt="2026-03-24T21:22:32.540" v="3237" actId="20577"/>
          <ac:spMkLst>
            <pc:docMk/>
            <pc:sldMk cId="2238264942" sldId="285"/>
            <ac:spMk id="2" creationId="{312E1568-1ADF-E14C-5869-6889CFE44164}"/>
          </ac:spMkLst>
        </pc:spChg>
        <pc:spChg chg="del">
          <ac:chgData name="Enoch Shin" userId="c39a6cce-38ff-4294-b6f2-b2b8f4cccef0" providerId="ADAL" clId="{EFE24D46-2511-5DA4-B14A-5403E002676C}" dt="2026-03-24T21:22:02.625" v="3230" actId="478"/>
          <ac:spMkLst>
            <pc:docMk/>
            <pc:sldMk cId="2238264942" sldId="285"/>
            <ac:spMk id="3" creationId="{C101DA6A-6684-A24C-0F0C-07BFB9E16E78}"/>
          </ac:spMkLst>
        </pc:spChg>
        <pc:spChg chg="del">
          <ac:chgData name="Enoch Shin" userId="c39a6cce-38ff-4294-b6f2-b2b8f4cccef0" providerId="ADAL" clId="{EFE24D46-2511-5DA4-B14A-5403E002676C}" dt="2026-03-24T21:21:57.015" v="3227" actId="478"/>
          <ac:spMkLst>
            <pc:docMk/>
            <pc:sldMk cId="2238264942" sldId="285"/>
            <ac:spMk id="4" creationId="{BEEBFB18-4A43-F10F-8147-3CFC1669BE7F}"/>
          </ac:spMkLst>
        </pc:spChg>
        <pc:spChg chg="del">
          <ac:chgData name="Enoch Shin" userId="c39a6cce-38ff-4294-b6f2-b2b8f4cccef0" providerId="ADAL" clId="{EFE24D46-2511-5DA4-B14A-5403E002676C}" dt="2026-03-24T21:21:57.015" v="3227" actId="478"/>
          <ac:spMkLst>
            <pc:docMk/>
            <pc:sldMk cId="2238264942" sldId="285"/>
            <ac:spMk id="6" creationId="{D1FBE12A-1E4F-D416-5783-C1EC90A61264}"/>
          </ac:spMkLst>
        </pc:spChg>
        <pc:spChg chg="add del mod">
          <ac:chgData name="Enoch Shin" userId="c39a6cce-38ff-4294-b6f2-b2b8f4cccef0" providerId="ADAL" clId="{EFE24D46-2511-5DA4-B14A-5403E002676C}" dt="2026-03-24T21:21:58.476" v="3228" actId="478"/>
          <ac:spMkLst>
            <pc:docMk/>
            <pc:sldMk cId="2238264942" sldId="285"/>
            <ac:spMk id="9" creationId="{4992F13C-AEDB-4545-7146-096902DE92DF}"/>
          </ac:spMkLst>
        </pc:spChg>
        <pc:spChg chg="del">
          <ac:chgData name="Enoch Shin" userId="c39a6cce-38ff-4294-b6f2-b2b8f4cccef0" providerId="ADAL" clId="{EFE24D46-2511-5DA4-B14A-5403E002676C}" dt="2026-03-24T21:21:57.015" v="3227" actId="478"/>
          <ac:spMkLst>
            <pc:docMk/>
            <pc:sldMk cId="2238264942" sldId="285"/>
            <ac:spMk id="10" creationId="{187CB16B-AC01-AA01-D01F-41951B8C1D0E}"/>
          </ac:spMkLst>
        </pc:spChg>
        <pc:picChg chg="del">
          <ac:chgData name="Enoch Shin" userId="c39a6cce-38ff-4294-b6f2-b2b8f4cccef0" providerId="ADAL" clId="{EFE24D46-2511-5DA4-B14A-5403E002676C}" dt="2026-03-24T21:21:57.015" v="3227" actId="478"/>
          <ac:picMkLst>
            <pc:docMk/>
            <pc:sldMk cId="2238264942" sldId="285"/>
            <ac:picMk id="5" creationId="{92BCEE66-6E6E-2087-4D1E-EF4A9668C527}"/>
          </ac:picMkLst>
        </pc:picChg>
        <pc:picChg chg="del">
          <ac:chgData name="Enoch Shin" userId="c39a6cce-38ff-4294-b6f2-b2b8f4cccef0" providerId="ADAL" clId="{EFE24D46-2511-5DA4-B14A-5403E002676C}" dt="2026-03-24T21:21:59.296" v="3229" actId="478"/>
          <ac:picMkLst>
            <pc:docMk/>
            <pc:sldMk cId="2238264942" sldId="285"/>
            <ac:picMk id="7" creationId="{A7B8CEBF-7759-98F1-3340-BCD62BFA5EFB}"/>
          </ac:picMkLst>
        </pc:picChg>
        <pc:picChg chg="del">
          <ac:chgData name="Enoch Shin" userId="c39a6cce-38ff-4294-b6f2-b2b8f4cccef0" providerId="ADAL" clId="{EFE24D46-2511-5DA4-B14A-5403E002676C}" dt="2026-03-24T21:21:57.015" v="3227" actId="478"/>
          <ac:picMkLst>
            <pc:docMk/>
            <pc:sldMk cId="2238264942" sldId="285"/>
            <ac:picMk id="11" creationId="{98DB21B7-64A5-8F4F-E398-790AF03F5B2B}"/>
          </ac:picMkLst>
        </pc:picChg>
        <pc:picChg chg="add mod">
          <ac:chgData name="Enoch Shin" userId="c39a6cce-38ff-4294-b6f2-b2b8f4cccef0" providerId="ADAL" clId="{EFE24D46-2511-5DA4-B14A-5403E002676C}" dt="2026-03-24T21:22:36.661" v="3239" actId="1076"/>
          <ac:picMkLst>
            <pc:docMk/>
            <pc:sldMk cId="2238264942" sldId="285"/>
            <ac:picMk id="12" creationId="{ACB8BB64-728C-51D8-F705-6F15774D8C65}"/>
          </ac:picMkLst>
        </pc:picChg>
      </pc:sldChg>
      <pc:sldChg chg="del">
        <pc:chgData name="Enoch Shin" userId="c39a6cce-38ff-4294-b6f2-b2b8f4cccef0" providerId="ADAL" clId="{EFE24D46-2511-5DA4-B14A-5403E002676C}" dt="2026-03-24T21:02:32.457" v="1936" actId="2696"/>
        <pc:sldMkLst>
          <pc:docMk/>
          <pc:sldMk cId="2781030190" sldId="287"/>
        </pc:sldMkLst>
      </pc:sldChg>
      <pc:sldChg chg="addSp delSp modSp mod setBg">
        <pc:chgData name="Enoch Shin" userId="c39a6cce-38ff-4294-b6f2-b2b8f4cccef0" providerId="ADAL" clId="{EFE24D46-2511-5DA4-B14A-5403E002676C}" dt="2026-03-24T21:36:18.486" v="4516"/>
        <pc:sldMkLst>
          <pc:docMk/>
          <pc:sldMk cId="1225510391" sldId="288"/>
        </pc:sldMkLst>
        <pc:spChg chg="mod">
          <ac:chgData name="Enoch Shin" userId="c39a6cce-38ff-4294-b6f2-b2b8f4cccef0" providerId="ADAL" clId="{EFE24D46-2511-5DA4-B14A-5403E002676C}" dt="2026-03-24T21:23:46.671" v="3296" actId="1076"/>
          <ac:spMkLst>
            <pc:docMk/>
            <pc:sldMk cId="1225510391" sldId="288"/>
            <ac:spMk id="2" creationId="{93BA0621-7D01-3D9C-9FBD-76124A0535FB}"/>
          </ac:spMkLst>
        </pc:spChg>
        <pc:picChg chg="del">
          <ac:chgData name="Enoch Shin" userId="c39a6cce-38ff-4294-b6f2-b2b8f4cccef0" providerId="ADAL" clId="{EFE24D46-2511-5DA4-B14A-5403E002676C}" dt="2026-03-24T21:23:28.874" v="3290" actId="478"/>
          <ac:picMkLst>
            <pc:docMk/>
            <pc:sldMk cId="1225510391" sldId="288"/>
            <ac:picMk id="3" creationId="{237C5DB4-6888-6701-1857-EFD8BD5D0E3D}"/>
          </ac:picMkLst>
        </pc:picChg>
        <pc:picChg chg="add del mod">
          <ac:chgData name="Enoch Shin" userId="c39a6cce-38ff-4294-b6f2-b2b8f4cccef0" providerId="ADAL" clId="{EFE24D46-2511-5DA4-B14A-5403E002676C}" dt="2026-03-24T21:24:15.782" v="3298" actId="478"/>
          <ac:picMkLst>
            <pc:docMk/>
            <pc:sldMk cId="1225510391" sldId="288"/>
            <ac:picMk id="4" creationId="{9ACEA784-EDA9-9D44-FE72-B180062C5513}"/>
          </ac:picMkLst>
        </pc:picChg>
        <pc:picChg chg="add mod">
          <ac:chgData name="Enoch Shin" userId="c39a6cce-38ff-4294-b6f2-b2b8f4cccef0" providerId="ADAL" clId="{EFE24D46-2511-5DA4-B14A-5403E002676C}" dt="2026-03-24T21:24:20.257" v="3301" actId="1076"/>
          <ac:picMkLst>
            <pc:docMk/>
            <pc:sldMk cId="1225510391" sldId="288"/>
            <ac:picMk id="5" creationId="{569108FF-44E1-68AB-AAFB-BD969BF1DA4D}"/>
          </ac:picMkLst>
        </pc:picChg>
      </pc:sldChg>
      <pc:sldChg chg="del">
        <pc:chgData name="Enoch Shin" userId="c39a6cce-38ff-4294-b6f2-b2b8f4cccef0" providerId="ADAL" clId="{EFE24D46-2511-5DA4-B14A-5403E002676C}" dt="2026-03-24T20:57:26.780" v="1882" actId="2696"/>
        <pc:sldMkLst>
          <pc:docMk/>
          <pc:sldMk cId="545851158" sldId="291"/>
        </pc:sldMkLst>
      </pc:sldChg>
      <pc:sldChg chg="del">
        <pc:chgData name="Enoch Shin" userId="c39a6cce-38ff-4294-b6f2-b2b8f4cccef0" providerId="ADAL" clId="{EFE24D46-2511-5DA4-B14A-5403E002676C}" dt="2026-03-24T21:24:36.055" v="3302" actId="2696"/>
        <pc:sldMkLst>
          <pc:docMk/>
          <pc:sldMk cId="588325595" sldId="296"/>
        </pc:sldMkLst>
      </pc:sldChg>
      <pc:sldChg chg="del">
        <pc:chgData name="Enoch Shin" userId="c39a6cce-38ff-4294-b6f2-b2b8f4cccef0" providerId="ADAL" clId="{EFE24D46-2511-5DA4-B14A-5403E002676C}" dt="2026-03-24T21:24:36.065" v="3303" actId="2696"/>
        <pc:sldMkLst>
          <pc:docMk/>
          <pc:sldMk cId="3637275730" sldId="297"/>
        </pc:sldMkLst>
      </pc:sldChg>
      <pc:sldChg chg="addSp delSp modSp mod setBg">
        <pc:chgData name="Enoch Shin" userId="c39a6cce-38ff-4294-b6f2-b2b8f4cccef0" providerId="ADAL" clId="{EFE24D46-2511-5DA4-B14A-5403E002676C}" dt="2026-03-24T21:36:18.486" v="4516"/>
        <pc:sldMkLst>
          <pc:docMk/>
          <pc:sldMk cId="2634110997" sldId="298"/>
        </pc:sldMkLst>
        <pc:spChg chg="add mod">
          <ac:chgData name="Enoch Shin" userId="c39a6cce-38ff-4294-b6f2-b2b8f4cccef0" providerId="ADAL" clId="{EFE24D46-2511-5DA4-B14A-5403E002676C}" dt="2026-03-24T21:16:51.516" v="2626" actId="20577"/>
          <ac:spMkLst>
            <pc:docMk/>
            <pc:sldMk cId="2634110997" sldId="298"/>
            <ac:spMk id="5" creationId="{6EA17400-C680-8583-2D68-D65FB4ED4FA7}"/>
          </ac:spMkLst>
        </pc:spChg>
        <pc:spChg chg="mod">
          <ac:chgData name="Enoch Shin" userId="c39a6cce-38ff-4294-b6f2-b2b8f4cccef0" providerId="ADAL" clId="{EFE24D46-2511-5DA4-B14A-5403E002676C}" dt="2026-03-24T20:55:38.457" v="1685" actId="1076"/>
          <ac:spMkLst>
            <pc:docMk/>
            <pc:sldMk cId="2634110997" sldId="298"/>
            <ac:spMk id="11" creationId="{BB29C28C-A96F-77AF-C659-09438D1FF19A}"/>
          </ac:spMkLst>
        </pc:spChg>
        <pc:spChg chg="del">
          <ac:chgData name="Enoch Shin" userId="c39a6cce-38ff-4294-b6f2-b2b8f4cccef0" providerId="ADAL" clId="{EFE24D46-2511-5DA4-B14A-5403E002676C}" dt="2026-03-24T20:54:06.816" v="1511" actId="478"/>
          <ac:spMkLst>
            <pc:docMk/>
            <pc:sldMk cId="2634110997" sldId="298"/>
            <ac:spMk id="14" creationId="{36C38740-2ABC-26C3-F818-C13345218A2C}"/>
          </ac:spMkLst>
        </pc:spChg>
        <pc:spChg chg="del">
          <ac:chgData name="Enoch Shin" userId="c39a6cce-38ff-4294-b6f2-b2b8f4cccef0" providerId="ADAL" clId="{EFE24D46-2511-5DA4-B14A-5403E002676C}" dt="2026-03-24T20:54:06.816" v="1511" actId="478"/>
          <ac:spMkLst>
            <pc:docMk/>
            <pc:sldMk cId="2634110997" sldId="298"/>
            <ac:spMk id="15" creationId="{41732842-40C3-AB5B-F563-E596CE4E7D26}"/>
          </ac:spMkLst>
        </pc:spChg>
        <pc:spChg chg="del">
          <ac:chgData name="Enoch Shin" userId="c39a6cce-38ff-4294-b6f2-b2b8f4cccef0" providerId="ADAL" clId="{EFE24D46-2511-5DA4-B14A-5403E002676C}" dt="2026-03-24T20:54:06.816" v="1511" actId="478"/>
          <ac:spMkLst>
            <pc:docMk/>
            <pc:sldMk cId="2634110997" sldId="298"/>
            <ac:spMk id="16" creationId="{9B7782B6-A8A4-C346-DCAE-8EB0DB7DB868}"/>
          </ac:spMkLst>
        </pc:spChg>
        <pc:picChg chg="add del mod">
          <ac:chgData name="Enoch Shin" userId="c39a6cce-38ff-4294-b6f2-b2b8f4cccef0" providerId="ADAL" clId="{EFE24D46-2511-5DA4-B14A-5403E002676C}" dt="2026-03-24T20:54:52.311" v="1518" actId="478"/>
          <ac:picMkLst>
            <pc:docMk/>
            <pc:sldMk cId="2634110997" sldId="298"/>
            <ac:picMk id="2" creationId="{A5B271E7-6BEF-FD94-F7FB-455FB3353EBF}"/>
          </ac:picMkLst>
        </pc:picChg>
        <pc:picChg chg="add mod">
          <ac:chgData name="Enoch Shin" userId="c39a6cce-38ff-4294-b6f2-b2b8f4cccef0" providerId="ADAL" clId="{EFE24D46-2511-5DA4-B14A-5403E002676C}" dt="2026-03-24T20:54:55.832" v="1524"/>
          <ac:picMkLst>
            <pc:docMk/>
            <pc:sldMk cId="2634110997" sldId="298"/>
            <ac:picMk id="3" creationId="{7C9CE280-B294-464D-9FB0-1C42338E7756}"/>
          </ac:picMkLst>
        </pc:picChg>
        <pc:picChg chg="add mod">
          <ac:chgData name="Enoch Shin" userId="c39a6cce-38ff-4294-b6f2-b2b8f4cccef0" providerId="ADAL" clId="{EFE24D46-2511-5DA4-B14A-5403E002676C}" dt="2026-03-24T21:18:54.025" v="2907" actId="1076"/>
          <ac:picMkLst>
            <pc:docMk/>
            <pc:sldMk cId="2634110997" sldId="298"/>
            <ac:picMk id="4" creationId="{16BF2CBD-9212-C0FE-899F-4385F9CB363B}"/>
          </ac:picMkLst>
        </pc:picChg>
        <pc:picChg chg="del">
          <ac:chgData name="Enoch Shin" userId="c39a6cce-38ff-4294-b6f2-b2b8f4cccef0" providerId="ADAL" clId="{EFE24D46-2511-5DA4-B14A-5403E002676C}" dt="2026-03-24T20:54:06.816" v="1511" actId="478"/>
          <ac:picMkLst>
            <pc:docMk/>
            <pc:sldMk cId="2634110997" sldId="298"/>
            <ac:picMk id="12" creationId="{07245003-0A34-B229-2B21-ECD646B1F721}"/>
          </ac:picMkLst>
        </pc:picChg>
        <pc:picChg chg="del">
          <ac:chgData name="Enoch Shin" userId="c39a6cce-38ff-4294-b6f2-b2b8f4cccef0" providerId="ADAL" clId="{EFE24D46-2511-5DA4-B14A-5403E002676C}" dt="2026-03-24T20:54:06.816" v="1511" actId="478"/>
          <ac:picMkLst>
            <pc:docMk/>
            <pc:sldMk cId="2634110997" sldId="298"/>
            <ac:picMk id="13" creationId="{5F84BAAB-24A3-2221-E622-CE1EAB3A159D}"/>
          </ac:picMkLst>
        </pc:picChg>
      </pc:sldChg>
      <pc:sldChg chg="modSp setBg">
        <pc:chgData name="Enoch Shin" userId="c39a6cce-38ff-4294-b6f2-b2b8f4cccef0" providerId="ADAL" clId="{EFE24D46-2511-5DA4-B14A-5403E002676C}" dt="2026-03-24T21:36:18.486" v="4516"/>
        <pc:sldMkLst>
          <pc:docMk/>
          <pc:sldMk cId="3862204571" sldId="299"/>
        </pc:sldMkLst>
        <pc:picChg chg="mod">
          <ac:chgData name="Enoch Shin" userId="c39a6cce-38ff-4294-b6f2-b2b8f4cccef0" providerId="ADAL" clId="{EFE24D46-2511-5DA4-B14A-5403E002676C}" dt="2026-03-17T14:31:04.148" v="0" actId="1076"/>
          <ac:picMkLst>
            <pc:docMk/>
            <pc:sldMk cId="3862204571" sldId="299"/>
            <ac:picMk id="1028" creationId="{5307AFAE-D857-9287-F6C4-E7991BB8ABD8}"/>
          </ac:picMkLst>
        </pc:picChg>
      </pc:sldChg>
      <pc:sldChg chg="del">
        <pc:chgData name="Enoch Shin" userId="c39a6cce-38ff-4294-b6f2-b2b8f4cccef0" providerId="ADAL" clId="{EFE24D46-2511-5DA4-B14A-5403E002676C}" dt="2026-03-24T20:57:27.523" v="1883" actId="2696"/>
        <pc:sldMkLst>
          <pc:docMk/>
          <pc:sldMk cId="1977856822" sldId="300"/>
        </pc:sldMkLst>
      </pc:sldChg>
      <pc:sldChg chg="del">
        <pc:chgData name="Enoch Shin" userId="c39a6cce-38ff-4294-b6f2-b2b8f4cccef0" providerId="ADAL" clId="{EFE24D46-2511-5DA4-B14A-5403E002676C}" dt="2026-03-24T21:24:37.249" v="3304" actId="2696"/>
        <pc:sldMkLst>
          <pc:docMk/>
          <pc:sldMk cId="380703218" sldId="301"/>
        </pc:sldMkLst>
      </pc:sldChg>
      <pc:sldChg chg="del">
        <pc:chgData name="Enoch Shin" userId="c39a6cce-38ff-4294-b6f2-b2b8f4cccef0" providerId="ADAL" clId="{EFE24D46-2511-5DA4-B14A-5403E002676C}" dt="2026-03-24T21:22:44.864" v="3240" actId="2696"/>
        <pc:sldMkLst>
          <pc:docMk/>
          <pc:sldMk cId="2607122922" sldId="302"/>
        </pc:sldMkLst>
      </pc:sldChg>
      <pc:sldChg chg="addSp delSp modSp mod setBg">
        <pc:chgData name="Enoch Shin" userId="c39a6cce-38ff-4294-b6f2-b2b8f4cccef0" providerId="ADAL" clId="{EFE24D46-2511-5DA4-B14A-5403E002676C}" dt="2026-03-24T21:36:18.486" v="4516"/>
        <pc:sldMkLst>
          <pc:docMk/>
          <pc:sldMk cId="786601153" sldId="303"/>
        </pc:sldMkLst>
        <pc:spChg chg="mod">
          <ac:chgData name="Enoch Shin" userId="c39a6cce-38ff-4294-b6f2-b2b8f4cccef0" providerId="ADAL" clId="{EFE24D46-2511-5DA4-B14A-5403E002676C}" dt="2026-03-24T21:21:29.002" v="3178" actId="255"/>
          <ac:spMkLst>
            <pc:docMk/>
            <pc:sldMk cId="786601153" sldId="303"/>
            <ac:spMk id="2" creationId="{7DD79E17-236A-6E63-F8FF-C80AD64F69E0}"/>
          </ac:spMkLst>
        </pc:spChg>
        <pc:spChg chg="del">
          <ac:chgData name="Enoch Shin" userId="c39a6cce-38ff-4294-b6f2-b2b8f4cccef0" providerId="ADAL" clId="{EFE24D46-2511-5DA4-B14A-5403E002676C}" dt="2026-03-24T21:20:42.057" v="3157" actId="478"/>
          <ac:spMkLst>
            <pc:docMk/>
            <pc:sldMk cId="786601153" sldId="303"/>
            <ac:spMk id="12" creationId="{21F6ADD1-C86E-0F38-1F4B-1FFDD58EE42E}"/>
          </ac:spMkLst>
        </pc:spChg>
        <pc:spChg chg="del">
          <ac:chgData name="Enoch Shin" userId="c39a6cce-38ff-4294-b6f2-b2b8f4cccef0" providerId="ADAL" clId="{EFE24D46-2511-5DA4-B14A-5403E002676C}" dt="2026-03-24T21:20:42.057" v="3157" actId="478"/>
          <ac:spMkLst>
            <pc:docMk/>
            <pc:sldMk cId="786601153" sldId="303"/>
            <ac:spMk id="13" creationId="{AB6F329E-E10C-5431-7B9B-517B25CB80A3}"/>
          </ac:spMkLst>
        </pc:spChg>
        <pc:picChg chg="add mod">
          <ac:chgData name="Enoch Shin" userId="c39a6cce-38ff-4294-b6f2-b2b8f4cccef0" providerId="ADAL" clId="{EFE24D46-2511-5DA4-B14A-5403E002676C}" dt="2026-03-24T21:21:31.539" v="3179" actId="1076"/>
          <ac:picMkLst>
            <pc:docMk/>
            <pc:sldMk cId="786601153" sldId="303"/>
            <ac:picMk id="3" creationId="{12963C76-D579-ED1C-E29D-CA93EDF485E0}"/>
          </ac:picMkLst>
        </pc:picChg>
        <pc:picChg chg="add mod">
          <ac:chgData name="Enoch Shin" userId="c39a6cce-38ff-4294-b6f2-b2b8f4cccef0" providerId="ADAL" clId="{EFE24D46-2511-5DA4-B14A-5403E002676C}" dt="2026-03-24T21:21:24.556" v="3176" actId="1076"/>
          <ac:picMkLst>
            <pc:docMk/>
            <pc:sldMk cId="786601153" sldId="303"/>
            <ac:picMk id="4" creationId="{B5A393D9-3AE4-E496-CA9F-E0A5A8BA966C}"/>
          </ac:picMkLst>
        </pc:picChg>
        <pc:picChg chg="del">
          <ac:chgData name="Enoch Shin" userId="c39a6cce-38ff-4294-b6f2-b2b8f4cccef0" providerId="ADAL" clId="{EFE24D46-2511-5DA4-B14A-5403E002676C}" dt="2026-03-24T21:20:42.057" v="3157" actId="478"/>
          <ac:picMkLst>
            <pc:docMk/>
            <pc:sldMk cId="786601153" sldId="303"/>
            <ac:picMk id="10" creationId="{A80C666B-356A-5D40-B090-6F3C59735D67}"/>
          </ac:picMkLst>
        </pc:picChg>
        <pc:picChg chg="del">
          <ac:chgData name="Enoch Shin" userId="c39a6cce-38ff-4294-b6f2-b2b8f4cccef0" providerId="ADAL" clId="{EFE24D46-2511-5DA4-B14A-5403E002676C}" dt="2026-03-24T21:20:40.030" v="3156" actId="478"/>
          <ac:picMkLst>
            <pc:docMk/>
            <pc:sldMk cId="786601153" sldId="303"/>
            <ac:picMk id="11" creationId="{55CF607F-ED73-D8CC-7377-1D8431669086}"/>
          </ac:picMkLst>
        </pc:picChg>
      </pc:sldChg>
      <pc:sldChg chg="addSp delSp modSp add mod setBg">
        <pc:chgData name="Enoch Shin" userId="c39a6cce-38ff-4294-b6f2-b2b8f4cccef0" providerId="ADAL" clId="{EFE24D46-2511-5DA4-B14A-5403E002676C}" dt="2026-03-24T21:36:18.486" v="4516"/>
        <pc:sldMkLst>
          <pc:docMk/>
          <pc:sldMk cId="1357844401" sldId="304"/>
        </pc:sldMkLst>
        <pc:spChg chg="mod">
          <ac:chgData name="Enoch Shin" userId="c39a6cce-38ff-4294-b6f2-b2b8f4cccef0" providerId="ADAL" clId="{EFE24D46-2511-5DA4-B14A-5403E002676C}" dt="2026-03-17T14:33:08.398" v="18" actId="20577"/>
          <ac:spMkLst>
            <pc:docMk/>
            <pc:sldMk cId="1357844401" sldId="304"/>
            <ac:spMk id="2" creationId="{880F0AD4-C375-FF7C-1297-03CEE47C7AC2}"/>
          </ac:spMkLst>
        </pc:spChg>
        <pc:spChg chg="mod">
          <ac:chgData name="Enoch Shin" userId="c39a6cce-38ff-4294-b6f2-b2b8f4cccef0" providerId="ADAL" clId="{EFE24D46-2511-5DA4-B14A-5403E002676C}" dt="2026-03-17T14:43:20.841" v="151" actId="255"/>
          <ac:spMkLst>
            <pc:docMk/>
            <pc:sldMk cId="1357844401" sldId="304"/>
            <ac:spMk id="3" creationId="{9C676C20-8A22-C157-BEEB-2954CFB837EB}"/>
          </ac:spMkLst>
        </pc:spChg>
        <pc:picChg chg="add mod">
          <ac:chgData name="Enoch Shin" userId="c39a6cce-38ff-4294-b6f2-b2b8f4cccef0" providerId="ADAL" clId="{EFE24D46-2511-5DA4-B14A-5403E002676C}" dt="2026-03-17T14:42:02.293" v="146" actId="1076"/>
          <ac:picMkLst>
            <pc:docMk/>
            <pc:sldMk cId="1357844401" sldId="304"/>
            <ac:picMk id="4" creationId="{937DA4E9-1F41-E9B4-949B-0B77107D6DC2}"/>
          </ac:picMkLst>
        </pc:picChg>
      </pc:sldChg>
      <pc:sldChg chg="addSp modSp add mod setBg">
        <pc:chgData name="Enoch Shin" userId="c39a6cce-38ff-4294-b6f2-b2b8f4cccef0" providerId="ADAL" clId="{EFE24D46-2511-5DA4-B14A-5403E002676C}" dt="2026-03-24T21:36:18.486" v="4516"/>
        <pc:sldMkLst>
          <pc:docMk/>
          <pc:sldMk cId="3394601628" sldId="305"/>
        </pc:sldMkLst>
        <pc:spChg chg="mod">
          <ac:chgData name="Enoch Shin" userId="c39a6cce-38ff-4294-b6f2-b2b8f4cccef0" providerId="ADAL" clId="{EFE24D46-2511-5DA4-B14A-5403E002676C}" dt="2026-03-24T21:04:37.694" v="2136" actId="1036"/>
          <ac:spMkLst>
            <pc:docMk/>
            <pc:sldMk cId="3394601628" sldId="305"/>
            <ac:spMk id="2" creationId="{E53C7165-D489-5A46-B643-5518BA348781}"/>
          </ac:spMkLst>
        </pc:spChg>
        <pc:spChg chg="mod">
          <ac:chgData name="Enoch Shin" userId="c39a6cce-38ff-4294-b6f2-b2b8f4cccef0" providerId="ADAL" clId="{EFE24D46-2511-5DA4-B14A-5403E002676C}" dt="2026-03-24T21:20:00.876" v="3090" actId="113"/>
          <ac:spMkLst>
            <pc:docMk/>
            <pc:sldMk cId="3394601628" sldId="305"/>
            <ac:spMk id="9" creationId="{4853E6AE-7496-D488-61CE-7B6ED6227727}"/>
          </ac:spMkLst>
        </pc:spChg>
        <pc:picChg chg="add mod">
          <ac:chgData name="Enoch Shin" userId="c39a6cce-38ff-4294-b6f2-b2b8f4cccef0" providerId="ADAL" clId="{EFE24D46-2511-5DA4-B14A-5403E002676C}" dt="2026-03-24T21:04:28.704" v="2130" actId="1076"/>
          <ac:picMkLst>
            <pc:docMk/>
            <pc:sldMk cId="3394601628" sldId="305"/>
            <ac:picMk id="3" creationId="{69E516BE-305B-69F1-353E-2CDE850F4018}"/>
          </ac:picMkLst>
        </pc:picChg>
      </pc:sldChg>
      <pc:sldChg chg="addSp delSp add del setBg delDesignElem">
        <pc:chgData name="Enoch Shin" userId="c39a6cce-38ff-4294-b6f2-b2b8f4cccef0" providerId="ADAL" clId="{EFE24D46-2511-5DA4-B14A-5403E002676C}" dt="2026-03-24T21:02:27.337" v="1934"/>
        <pc:sldMkLst>
          <pc:docMk/>
          <pc:sldMk cId="4011676581" sldId="305"/>
        </pc:sldMkLst>
        <pc:spChg chg="add del">
          <ac:chgData name="Enoch Shin" userId="c39a6cce-38ff-4294-b6f2-b2b8f4cccef0" providerId="ADAL" clId="{EFE24D46-2511-5DA4-B14A-5403E002676C}" dt="2026-03-24T21:02:27.337" v="1934"/>
          <ac:spMkLst>
            <pc:docMk/>
            <pc:sldMk cId="4011676581" sldId="305"/>
            <ac:spMk id="2074" creationId="{29F6E152-7586-517B-31A8-0BF4626AE23E}"/>
          </ac:spMkLst>
        </pc:spChg>
      </pc:sldChg>
      <pc:sldChg chg="addSp delSp modSp add mod setBg modShow">
        <pc:chgData name="Enoch Shin" userId="c39a6cce-38ff-4294-b6f2-b2b8f4cccef0" providerId="ADAL" clId="{EFE24D46-2511-5DA4-B14A-5403E002676C}" dt="2026-03-24T21:36:18.486" v="4516"/>
        <pc:sldMkLst>
          <pc:docMk/>
          <pc:sldMk cId="2460127186" sldId="306"/>
        </pc:sldMkLst>
        <pc:spChg chg="mod">
          <ac:chgData name="Enoch Shin" userId="c39a6cce-38ff-4294-b6f2-b2b8f4cccef0" providerId="ADAL" clId="{EFE24D46-2511-5DA4-B14A-5403E002676C}" dt="2026-03-24T21:22:52.275" v="3250" actId="20577"/>
          <ac:spMkLst>
            <pc:docMk/>
            <pc:sldMk cId="2460127186" sldId="306"/>
            <ac:spMk id="2" creationId="{6B0EBE99-24D5-9589-E51F-8AB318E64223}"/>
          </ac:spMkLst>
        </pc:spChg>
        <pc:picChg chg="add mod">
          <ac:chgData name="Enoch Shin" userId="c39a6cce-38ff-4294-b6f2-b2b8f4cccef0" providerId="ADAL" clId="{EFE24D46-2511-5DA4-B14A-5403E002676C}" dt="2026-03-24T21:23:01.156" v="3255" actId="14100"/>
          <ac:picMkLst>
            <pc:docMk/>
            <pc:sldMk cId="2460127186" sldId="306"/>
            <ac:picMk id="3" creationId="{B30F0460-C559-C112-4D0A-16547E261267}"/>
          </ac:picMkLst>
        </pc:picChg>
        <pc:picChg chg="del">
          <ac:chgData name="Enoch Shin" userId="c39a6cce-38ff-4294-b6f2-b2b8f4cccef0" providerId="ADAL" clId="{EFE24D46-2511-5DA4-B14A-5403E002676C}" dt="2026-03-24T21:22:56.280" v="3251" actId="478"/>
          <ac:picMkLst>
            <pc:docMk/>
            <pc:sldMk cId="2460127186" sldId="306"/>
            <ac:picMk id="12" creationId="{A28D1BC1-8B0C-8161-41C4-D18E187DE88F}"/>
          </ac:picMkLst>
        </pc:picChg>
      </pc:sldChg>
      <pc:sldChg chg="addSp delSp modSp add mod ord setBg modNotesTx">
        <pc:chgData name="Enoch Shin" userId="c39a6cce-38ff-4294-b6f2-b2b8f4cccef0" providerId="ADAL" clId="{EFE24D46-2511-5DA4-B14A-5403E002676C}" dt="2026-03-24T21:36:18.486" v="4516"/>
        <pc:sldMkLst>
          <pc:docMk/>
          <pc:sldMk cId="2807566719" sldId="307"/>
        </pc:sldMkLst>
        <pc:spChg chg="mod">
          <ac:chgData name="Enoch Shin" userId="c39a6cce-38ff-4294-b6f2-b2b8f4cccef0" providerId="ADAL" clId="{EFE24D46-2511-5DA4-B14A-5403E002676C}" dt="2026-03-24T21:30:52.310" v="3744" actId="20577"/>
          <ac:spMkLst>
            <pc:docMk/>
            <pc:sldMk cId="2807566719" sldId="307"/>
            <ac:spMk id="2" creationId="{9B45C7BF-4B36-64E7-61F8-C10ABBE94294}"/>
          </ac:spMkLst>
        </pc:spChg>
        <pc:spChg chg="add mod">
          <ac:chgData name="Enoch Shin" userId="c39a6cce-38ff-4294-b6f2-b2b8f4cccef0" providerId="ADAL" clId="{EFE24D46-2511-5DA4-B14A-5403E002676C}" dt="2026-03-24T21:32:23.584" v="3905" actId="20577"/>
          <ac:spMkLst>
            <pc:docMk/>
            <pc:sldMk cId="2807566719" sldId="307"/>
            <ac:spMk id="4" creationId="{6497745E-5C55-AA8E-7E2D-7FC11C596E3F}"/>
          </ac:spMkLst>
        </pc:spChg>
        <pc:spChg chg="add mod">
          <ac:chgData name="Enoch Shin" userId="c39a6cce-38ff-4294-b6f2-b2b8f4cccef0" providerId="ADAL" clId="{EFE24D46-2511-5DA4-B14A-5403E002676C}" dt="2026-03-24T21:29:31.900" v="3676" actId="207"/>
          <ac:spMkLst>
            <pc:docMk/>
            <pc:sldMk cId="2807566719" sldId="307"/>
            <ac:spMk id="6" creationId="{3286AE4C-3B9E-33FE-8FD4-6D11D80FB691}"/>
          </ac:spMkLst>
        </pc:spChg>
        <pc:spChg chg="add mod">
          <ac:chgData name="Enoch Shin" userId="c39a6cce-38ff-4294-b6f2-b2b8f4cccef0" providerId="ADAL" clId="{EFE24D46-2511-5DA4-B14A-5403E002676C}" dt="2026-03-24T21:29:33.205" v="3677"/>
          <ac:spMkLst>
            <pc:docMk/>
            <pc:sldMk cId="2807566719" sldId="307"/>
            <ac:spMk id="7" creationId="{8ABEED01-A238-9999-AECD-938E83B777BD}"/>
          </ac:spMkLst>
        </pc:spChg>
        <pc:spChg chg="add mod">
          <ac:chgData name="Enoch Shin" userId="c39a6cce-38ff-4294-b6f2-b2b8f4cccef0" providerId="ADAL" clId="{EFE24D46-2511-5DA4-B14A-5403E002676C}" dt="2026-03-24T21:29:33.282" v="3678"/>
          <ac:spMkLst>
            <pc:docMk/>
            <pc:sldMk cId="2807566719" sldId="307"/>
            <ac:spMk id="8" creationId="{13301B77-82E4-B494-F16C-9CBCFB055E64}"/>
          </ac:spMkLst>
        </pc:spChg>
        <pc:spChg chg="add mod">
          <ac:chgData name="Enoch Shin" userId="c39a6cce-38ff-4294-b6f2-b2b8f4cccef0" providerId="ADAL" clId="{EFE24D46-2511-5DA4-B14A-5403E002676C}" dt="2026-03-24T21:29:42.456" v="3680" actId="1076"/>
          <ac:spMkLst>
            <pc:docMk/>
            <pc:sldMk cId="2807566719" sldId="307"/>
            <ac:spMk id="9" creationId="{7648CC76-B1CA-C47C-A333-8D37B46C0E50}"/>
          </ac:spMkLst>
        </pc:spChg>
        <pc:grpChg chg="add mod">
          <ac:chgData name="Enoch Shin" userId="c39a6cce-38ff-4294-b6f2-b2b8f4cccef0" providerId="ADAL" clId="{EFE24D46-2511-5DA4-B14A-5403E002676C}" dt="2026-03-24T21:31:20.080" v="3755" actId="1076"/>
          <ac:grpSpMkLst>
            <pc:docMk/>
            <pc:sldMk cId="2807566719" sldId="307"/>
            <ac:grpSpMk id="10" creationId="{B40F1D3D-E845-48C1-8BFB-63A63D661394}"/>
          </ac:grpSpMkLst>
        </pc:grpChg>
        <pc:picChg chg="add mod">
          <ac:chgData name="Enoch Shin" userId="c39a6cce-38ff-4294-b6f2-b2b8f4cccef0" providerId="ADAL" clId="{EFE24D46-2511-5DA4-B14A-5403E002676C}" dt="2026-03-24T21:25:09.359" v="3372" actId="1076"/>
          <ac:picMkLst>
            <pc:docMk/>
            <pc:sldMk cId="2807566719" sldId="307"/>
            <ac:picMk id="3" creationId="{A94405FF-2921-E9B6-D03B-7318034A32E9}"/>
          </ac:picMkLst>
        </pc:picChg>
        <pc:picChg chg="del mod">
          <ac:chgData name="Enoch Shin" userId="c39a6cce-38ff-4294-b6f2-b2b8f4cccef0" providerId="ADAL" clId="{EFE24D46-2511-5DA4-B14A-5403E002676C}" dt="2026-03-24T21:25:04.535" v="3369" actId="478"/>
          <ac:picMkLst>
            <pc:docMk/>
            <pc:sldMk cId="2807566719" sldId="307"/>
            <ac:picMk id="5" creationId="{FA023C6D-467C-EB47-DC0D-69F5E2503814}"/>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A3C5CF5-2F08-B740-9061-51D0631E3765}" type="datetimeFigureOut">
              <a:rPr lang="en-US" smtClean="0"/>
              <a:t>4/24/26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0EE75B-EF0F-E245-A34A-06675D448390}" type="slidenum">
              <a:rPr lang="en-US" smtClean="0"/>
              <a:t>‹#›</a:t>
            </a:fld>
            <a:endParaRPr lang="en-US"/>
          </a:p>
        </p:txBody>
      </p:sp>
    </p:spTree>
    <p:extLst>
      <p:ext uri="{BB962C8B-B14F-4D97-AF65-F5344CB8AC3E}">
        <p14:creationId xmlns:p14="http://schemas.microsoft.com/office/powerpoint/2010/main" val="10518880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a:t>
            </a:r>
            <a:r>
              <a:rPr lang="en-US" dirty="0" err="1"/>
              <a:t>www.sciencedirect.com</a:t>
            </a:r>
            <a:r>
              <a:rPr lang="en-US" dirty="0"/>
              <a:t>/science/article/</a:t>
            </a:r>
            <a:r>
              <a:rPr lang="en-US" dirty="0" err="1"/>
              <a:t>pii</a:t>
            </a:r>
            <a:r>
              <a:rPr lang="en-US"/>
              <a:t>/S0969996122000390</a:t>
            </a:r>
            <a:endParaRPr lang="en-US" dirty="0"/>
          </a:p>
        </p:txBody>
      </p:sp>
      <p:sp>
        <p:nvSpPr>
          <p:cNvPr id="4" name="Slide Number Placeholder 3"/>
          <p:cNvSpPr>
            <a:spLocks noGrp="1"/>
          </p:cNvSpPr>
          <p:nvPr>
            <p:ph type="sldNum" sz="quarter" idx="5"/>
          </p:nvPr>
        </p:nvSpPr>
        <p:spPr/>
        <p:txBody>
          <a:bodyPr/>
          <a:lstStyle/>
          <a:p>
            <a:fld id="{BD0EE75B-EF0F-E245-A34A-06675D448390}" type="slidenum">
              <a:rPr lang="en-US" smtClean="0"/>
              <a:t>2</a:t>
            </a:fld>
            <a:endParaRPr lang="en-US"/>
          </a:p>
        </p:txBody>
      </p:sp>
    </p:spTree>
    <p:extLst>
      <p:ext uri="{BB962C8B-B14F-4D97-AF65-F5344CB8AC3E}">
        <p14:creationId xmlns:p14="http://schemas.microsoft.com/office/powerpoint/2010/main" val="16618850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B65B97-8D96-1DDA-4F0A-D76FD37AF6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DB854C-4C3C-7591-23E4-554C9E38FC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6CE1F4-80C0-1B51-2118-443CB82A5B78}"/>
              </a:ext>
            </a:extLst>
          </p:cNvPr>
          <p:cNvSpPr>
            <a:spLocks noGrp="1"/>
          </p:cNvSpPr>
          <p:nvPr>
            <p:ph type="body" idx="1"/>
          </p:nvPr>
        </p:nvSpPr>
        <p:spPr/>
        <p:txBody>
          <a:bodyPr/>
          <a:lstStyle/>
          <a:p>
            <a:r>
              <a:rPr lang="en-US" dirty="0"/>
              <a:t>https://</a:t>
            </a:r>
            <a:r>
              <a:rPr lang="en-US" dirty="0" err="1"/>
              <a:t>dravetfoundation.org</a:t>
            </a:r>
            <a:r>
              <a:rPr lang="en-US" dirty="0"/>
              <a:t>/comprehensive-center/</a:t>
            </a:r>
            <a:r>
              <a:rPr lang="en-US" dirty="0" err="1"/>
              <a:t>boston</a:t>
            </a:r>
            <a:r>
              <a:rPr lang="en-US" dirty="0"/>
              <a:t>-</a:t>
            </a:r>
            <a:r>
              <a:rPr lang="en-US" dirty="0" err="1"/>
              <a:t>childrens</a:t>
            </a:r>
            <a:r>
              <a:rPr lang="en-US" dirty="0"/>
              <a:t>-hospital/</a:t>
            </a:r>
          </a:p>
        </p:txBody>
      </p:sp>
      <p:sp>
        <p:nvSpPr>
          <p:cNvPr id="4" name="Slide Number Placeholder 3">
            <a:extLst>
              <a:ext uri="{FF2B5EF4-FFF2-40B4-BE49-F238E27FC236}">
                <a16:creationId xmlns:a16="http://schemas.microsoft.com/office/drawing/2014/main" id="{F6D3D9D3-ACD7-68C7-0EF3-916D4948720B}"/>
              </a:ext>
            </a:extLst>
          </p:cNvPr>
          <p:cNvSpPr>
            <a:spLocks noGrp="1"/>
          </p:cNvSpPr>
          <p:nvPr>
            <p:ph type="sldNum" sz="quarter" idx="5"/>
          </p:nvPr>
        </p:nvSpPr>
        <p:spPr/>
        <p:txBody>
          <a:bodyPr/>
          <a:lstStyle/>
          <a:p>
            <a:fld id="{BD0EE75B-EF0F-E245-A34A-06675D448390}" type="slidenum">
              <a:rPr lang="en-US" smtClean="0"/>
              <a:t>3</a:t>
            </a:fld>
            <a:endParaRPr lang="en-US"/>
          </a:p>
        </p:txBody>
      </p:sp>
    </p:spTree>
    <p:extLst>
      <p:ext uri="{BB962C8B-B14F-4D97-AF65-F5344CB8AC3E}">
        <p14:creationId xmlns:p14="http://schemas.microsoft.com/office/powerpoint/2010/main" val="28714864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ordering is consistent with the challenge narrative that we expected in the beginning of this report: the time window holdout gives the upper bound of performance, seizure holdout is a personalized unseen-event setting, and patient holdout is the hardest population-level setting to model. The unbalanced test condition typically lowers F1, because it exposes the cost of false positives more realistically.</a:t>
            </a:r>
          </a:p>
          <a:p>
            <a:endParaRPr lang="en-US" dirty="0"/>
          </a:p>
        </p:txBody>
      </p:sp>
      <p:sp>
        <p:nvSpPr>
          <p:cNvPr id="4" name="Slide Number Placeholder 3"/>
          <p:cNvSpPr>
            <a:spLocks noGrp="1"/>
          </p:cNvSpPr>
          <p:nvPr>
            <p:ph type="sldNum" sz="quarter" idx="5"/>
          </p:nvPr>
        </p:nvSpPr>
        <p:spPr/>
        <p:txBody>
          <a:bodyPr/>
          <a:lstStyle/>
          <a:p>
            <a:fld id="{BD0EE75B-EF0F-E245-A34A-06675D448390}" type="slidenum">
              <a:rPr lang="en-US" smtClean="0"/>
              <a:t>11</a:t>
            </a:fld>
            <a:endParaRPr lang="en-US"/>
          </a:p>
        </p:txBody>
      </p:sp>
    </p:spTree>
    <p:extLst>
      <p:ext uri="{BB962C8B-B14F-4D97-AF65-F5344CB8AC3E}">
        <p14:creationId xmlns:p14="http://schemas.microsoft.com/office/powerpoint/2010/main" val="34803491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11FAC6-056D-3392-CB52-C45E749D5E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1C5F14-7DDC-9087-3DA2-E905AC1E56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300C6B-E643-9F87-82D7-EE01E2B2B9F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315090D-0E91-B702-3987-E059ED3713EB}"/>
              </a:ext>
            </a:extLst>
          </p:cNvPr>
          <p:cNvSpPr>
            <a:spLocks noGrp="1"/>
          </p:cNvSpPr>
          <p:nvPr>
            <p:ph type="sldNum" sz="quarter" idx="5"/>
          </p:nvPr>
        </p:nvSpPr>
        <p:spPr/>
        <p:txBody>
          <a:bodyPr/>
          <a:lstStyle/>
          <a:p>
            <a:fld id="{BD0EE75B-EF0F-E245-A34A-06675D448390}" type="slidenum">
              <a:rPr lang="en-US" smtClean="0"/>
              <a:t>12</a:t>
            </a:fld>
            <a:endParaRPr lang="en-US"/>
          </a:p>
        </p:txBody>
      </p:sp>
    </p:spTree>
    <p:extLst>
      <p:ext uri="{BB962C8B-B14F-4D97-AF65-F5344CB8AC3E}">
        <p14:creationId xmlns:p14="http://schemas.microsoft.com/office/powerpoint/2010/main" val="8528831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This figure above reports the mean ROC-AUC for the same protocol and sampling matrix as the previous figure. The ranking pattern is similar to F1, but AUC is more stable. This suggests that the model still preserves useful ranking ability under harder protocols, even when the </a:t>
            </a:r>
            <a:r>
              <a:rPr lang="en-US" sz="1200" kern="1200" dirty="0" err="1">
                <a:solidFill>
                  <a:schemeClr val="tx1"/>
                </a:solidFill>
                <a:effectLst/>
                <a:latin typeface="+mn-lt"/>
                <a:ea typeface="+mn-ea"/>
                <a:cs typeface="+mn-cs"/>
              </a:rPr>
              <a:t>thresholded</a:t>
            </a:r>
            <a:r>
              <a:rPr lang="en-US" sz="1200" kern="1200" dirty="0">
                <a:solidFill>
                  <a:schemeClr val="tx1"/>
                </a:solidFill>
                <a:effectLst/>
                <a:latin typeface="+mn-lt"/>
                <a:ea typeface="+mn-ea"/>
                <a:cs typeface="+mn-cs"/>
              </a:rPr>
              <a:t> F1 score drops. In practice, this means class imbalance and threshold selection remain critical for deployment-oriented interpretation. Below, we report the F1 scores in all our sampling and split settings.</a:t>
            </a:r>
          </a:p>
          <a:p>
            <a:endParaRPr lang="en-US" dirty="0"/>
          </a:p>
        </p:txBody>
      </p:sp>
      <p:sp>
        <p:nvSpPr>
          <p:cNvPr id="4" name="Slide Number Placeholder 3"/>
          <p:cNvSpPr>
            <a:spLocks noGrp="1"/>
          </p:cNvSpPr>
          <p:nvPr>
            <p:ph type="sldNum" sz="quarter" idx="5"/>
          </p:nvPr>
        </p:nvSpPr>
        <p:spPr/>
        <p:txBody>
          <a:bodyPr/>
          <a:lstStyle/>
          <a:p>
            <a:fld id="{BD0EE75B-EF0F-E245-A34A-06675D448390}" type="slidenum">
              <a:rPr lang="en-US" smtClean="0"/>
              <a:t>13</a:t>
            </a:fld>
            <a:endParaRPr lang="en-US"/>
          </a:p>
        </p:txBody>
      </p:sp>
    </p:spTree>
    <p:extLst>
      <p:ext uri="{BB962C8B-B14F-4D97-AF65-F5344CB8AC3E}">
        <p14:creationId xmlns:p14="http://schemas.microsoft.com/office/powerpoint/2010/main" val="405811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Above, we see a comparison of confusion matrices for both balanced and unbalanced (80/20) test sets. </a:t>
            </a:r>
          </a:p>
          <a:p>
            <a:r>
              <a:rPr lang="en-US" sz="1200" kern="1200" dirty="0">
                <a:solidFill>
                  <a:schemeClr val="tx1"/>
                </a:solidFill>
                <a:effectLst/>
                <a:latin typeface="+mn-lt"/>
                <a:ea typeface="+mn-ea"/>
                <a:cs typeface="+mn-cs"/>
              </a:rPr>
              <a:t>Under the balanced 50/50 testing setting, this figure selects the best train setting for each protocol and aggregates the confusion matrices across all outer folds. Each cell reports both the total count and the row-normalized proportion. Window holdout has the strongest diagonal, indicating the easiest generalization setting; seizure holdout is intermediate; patient holdout is hardest and mainly loses performance through reduced positive recall. This matches the intended challenge hierarchy of window &gt; seizure &gt; patient.</a:t>
            </a:r>
          </a:p>
          <a:p>
            <a:r>
              <a:rPr lang="en-US" sz="1200" kern="1200" dirty="0">
                <a:solidFill>
                  <a:schemeClr val="tx1"/>
                </a:solidFill>
                <a:effectLst/>
                <a:latin typeface="+mn-lt"/>
                <a:ea typeface="+mn-ea"/>
                <a:cs typeface="+mn-cs"/>
              </a:rPr>
              <a:t>For the 80/20 unbalanced setting, because the negative class dominates, high specificity becomes visually tied to a large true-negative block, while the recall-versus-false-positive trade-off becomes more deployment-relevant. For seizure and patient holdout especially, this view better exposes trustworthiness under realistic class ratios.</a:t>
            </a:r>
          </a:p>
          <a:p>
            <a:endParaRPr lang="en-US" dirty="0"/>
          </a:p>
        </p:txBody>
      </p:sp>
      <p:sp>
        <p:nvSpPr>
          <p:cNvPr id="4" name="Slide Number Placeholder 3"/>
          <p:cNvSpPr>
            <a:spLocks noGrp="1"/>
          </p:cNvSpPr>
          <p:nvPr>
            <p:ph type="sldNum" sz="quarter" idx="5"/>
          </p:nvPr>
        </p:nvSpPr>
        <p:spPr/>
        <p:txBody>
          <a:bodyPr/>
          <a:lstStyle/>
          <a:p>
            <a:fld id="{BD0EE75B-EF0F-E245-A34A-06675D448390}" type="slidenum">
              <a:rPr lang="en-US" smtClean="0"/>
              <a:t>14</a:t>
            </a:fld>
            <a:endParaRPr lang="en-US"/>
          </a:p>
        </p:txBody>
      </p:sp>
    </p:spTree>
    <p:extLst>
      <p:ext uri="{BB962C8B-B14F-4D97-AF65-F5344CB8AC3E}">
        <p14:creationId xmlns:p14="http://schemas.microsoft.com/office/powerpoint/2010/main" val="29573289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652F09-D039-D6C9-00D5-D24C91C696A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5FD0C62-627D-ECDC-AB93-4E73C487B49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DE4FF55-88C6-A128-D165-6E2D1124BA79}"/>
              </a:ext>
            </a:extLst>
          </p:cNvPr>
          <p:cNvSpPr>
            <a:spLocks noGrp="1"/>
          </p:cNvSpPr>
          <p:nvPr>
            <p:ph type="dt" sz="half" idx="10"/>
          </p:nvPr>
        </p:nvSpPr>
        <p:spPr/>
        <p:txBody>
          <a:bodyPr/>
          <a:lstStyle/>
          <a:p>
            <a:fld id="{947FBD62-AA3B-E74B-8A60-7E8626BB6760}" type="datetimeFigureOut">
              <a:rPr lang="en-US" smtClean="0"/>
              <a:t>4/24/26</a:t>
            </a:fld>
            <a:endParaRPr lang="en-US"/>
          </a:p>
        </p:txBody>
      </p:sp>
      <p:sp>
        <p:nvSpPr>
          <p:cNvPr id="5" name="Footer Placeholder 4">
            <a:extLst>
              <a:ext uri="{FF2B5EF4-FFF2-40B4-BE49-F238E27FC236}">
                <a16:creationId xmlns:a16="http://schemas.microsoft.com/office/drawing/2014/main" id="{697FF707-22EB-02E6-8D36-6F4C368E477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C00AC6-2C9F-E36D-EA12-82F65EE5E57C}"/>
              </a:ext>
            </a:extLst>
          </p:cNvPr>
          <p:cNvSpPr>
            <a:spLocks noGrp="1"/>
          </p:cNvSpPr>
          <p:nvPr>
            <p:ph type="sldNum" sz="quarter" idx="12"/>
          </p:nvPr>
        </p:nvSpPr>
        <p:spPr/>
        <p:txBody>
          <a:bodyPr/>
          <a:lstStyle/>
          <a:p>
            <a:fld id="{E608FCCD-04DE-2049-9107-2373F8A1FF81}" type="slidenum">
              <a:rPr lang="en-US" smtClean="0"/>
              <a:t>‹#›</a:t>
            </a:fld>
            <a:endParaRPr lang="en-US"/>
          </a:p>
        </p:txBody>
      </p:sp>
    </p:spTree>
    <p:extLst>
      <p:ext uri="{BB962C8B-B14F-4D97-AF65-F5344CB8AC3E}">
        <p14:creationId xmlns:p14="http://schemas.microsoft.com/office/powerpoint/2010/main" val="3488945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77EF2-2D51-9C9F-AE35-9AC7D58A80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EEE4989-B1BD-491E-1CBD-DEAF54CD28B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04C3F1-4AAB-EC4D-8850-69653072DD2F}"/>
              </a:ext>
            </a:extLst>
          </p:cNvPr>
          <p:cNvSpPr>
            <a:spLocks noGrp="1"/>
          </p:cNvSpPr>
          <p:nvPr>
            <p:ph type="dt" sz="half" idx="10"/>
          </p:nvPr>
        </p:nvSpPr>
        <p:spPr/>
        <p:txBody>
          <a:bodyPr/>
          <a:lstStyle/>
          <a:p>
            <a:fld id="{947FBD62-AA3B-E74B-8A60-7E8626BB6760}" type="datetimeFigureOut">
              <a:rPr lang="en-US" smtClean="0"/>
              <a:t>4/24/26</a:t>
            </a:fld>
            <a:endParaRPr lang="en-US"/>
          </a:p>
        </p:txBody>
      </p:sp>
      <p:sp>
        <p:nvSpPr>
          <p:cNvPr id="5" name="Footer Placeholder 4">
            <a:extLst>
              <a:ext uri="{FF2B5EF4-FFF2-40B4-BE49-F238E27FC236}">
                <a16:creationId xmlns:a16="http://schemas.microsoft.com/office/drawing/2014/main" id="{0C44581B-F6B4-89E9-1994-F8A419E4DE3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9C3E58C-2E20-616B-B0C5-6A72A82BFA84}"/>
              </a:ext>
            </a:extLst>
          </p:cNvPr>
          <p:cNvSpPr>
            <a:spLocks noGrp="1"/>
          </p:cNvSpPr>
          <p:nvPr>
            <p:ph type="sldNum" sz="quarter" idx="12"/>
          </p:nvPr>
        </p:nvSpPr>
        <p:spPr/>
        <p:txBody>
          <a:bodyPr/>
          <a:lstStyle/>
          <a:p>
            <a:fld id="{E608FCCD-04DE-2049-9107-2373F8A1FF81}" type="slidenum">
              <a:rPr lang="en-US" smtClean="0"/>
              <a:t>‹#›</a:t>
            </a:fld>
            <a:endParaRPr lang="en-US"/>
          </a:p>
        </p:txBody>
      </p:sp>
    </p:spTree>
    <p:extLst>
      <p:ext uri="{BB962C8B-B14F-4D97-AF65-F5344CB8AC3E}">
        <p14:creationId xmlns:p14="http://schemas.microsoft.com/office/powerpoint/2010/main" val="2162215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CB58DE-31B3-50E7-2CBA-3B1D194040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4DD339B-A76E-A18A-66D1-6DCF18C0A21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DC57D7C-4E8B-E3D5-16E7-47A388DC5E97}"/>
              </a:ext>
            </a:extLst>
          </p:cNvPr>
          <p:cNvSpPr>
            <a:spLocks noGrp="1"/>
          </p:cNvSpPr>
          <p:nvPr>
            <p:ph type="dt" sz="half" idx="10"/>
          </p:nvPr>
        </p:nvSpPr>
        <p:spPr/>
        <p:txBody>
          <a:bodyPr/>
          <a:lstStyle/>
          <a:p>
            <a:fld id="{947FBD62-AA3B-E74B-8A60-7E8626BB6760}" type="datetimeFigureOut">
              <a:rPr lang="en-US" smtClean="0"/>
              <a:t>4/24/26</a:t>
            </a:fld>
            <a:endParaRPr lang="en-US"/>
          </a:p>
        </p:txBody>
      </p:sp>
      <p:sp>
        <p:nvSpPr>
          <p:cNvPr id="5" name="Footer Placeholder 4">
            <a:extLst>
              <a:ext uri="{FF2B5EF4-FFF2-40B4-BE49-F238E27FC236}">
                <a16:creationId xmlns:a16="http://schemas.microsoft.com/office/drawing/2014/main" id="{865E1A1E-7E77-3B98-DB76-4496FA9CF66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B65B1B3-7920-D9CA-F1B2-5CD41937B91A}"/>
              </a:ext>
            </a:extLst>
          </p:cNvPr>
          <p:cNvSpPr>
            <a:spLocks noGrp="1"/>
          </p:cNvSpPr>
          <p:nvPr>
            <p:ph type="sldNum" sz="quarter" idx="12"/>
          </p:nvPr>
        </p:nvSpPr>
        <p:spPr/>
        <p:txBody>
          <a:bodyPr/>
          <a:lstStyle/>
          <a:p>
            <a:fld id="{E608FCCD-04DE-2049-9107-2373F8A1FF81}" type="slidenum">
              <a:rPr lang="en-US" smtClean="0"/>
              <a:t>‹#›</a:t>
            </a:fld>
            <a:endParaRPr lang="en-US"/>
          </a:p>
        </p:txBody>
      </p:sp>
    </p:spTree>
    <p:extLst>
      <p:ext uri="{BB962C8B-B14F-4D97-AF65-F5344CB8AC3E}">
        <p14:creationId xmlns:p14="http://schemas.microsoft.com/office/powerpoint/2010/main" val="15664086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185C0B-4A4B-4580-DAD4-DC7E008910B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F064135-FB52-8AF5-C2F0-E06DF78F849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B125E09-D4D7-AE02-0FFB-6A58917BE84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56532B4-C363-8559-86A6-7AC0646D40A6}"/>
              </a:ext>
            </a:extLst>
          </p:cNvPr>
          <p:cNvSpPr>
            <a:spLocks noGrp="1"/>
          </p:cNvSpPr>
          <p:nvPr>
            <p:ph type="dt" sz="half" idx="10"/>
          </p:nvPr>
        </p:nvSpPr>
        <p:spPr/>
        <p:txBody>
          <a:bodyPr/>
          <a:lstStyle/>
          <a:p>
            <a:fld id="{947FBD62-AA3B-E74B-8A60-7E8626BB6760}" type="datetimeFigureOut">
              <a:rPr lang="en-US" smtClean="0"/>
              <a:t>4/24/26</a:t>
            </a:fld>
            <a:endParaRPr lang="en-US"/>
          </a:p>
        </p:txBody>
      </p:sp>
      <p:sp>
        <p:nvSpPr>
          <p:cNvPr id="6" name="Footer Placeholder 5">
            <a:extLst>
              <a:ext uri="{FF2B5EF4-FFF2-40B4-BE49-F238E27FC236}">
                <a16:creationId xmlns:a16="http://schemas.microsoft.com/office/drawing/2014/main" id="{2CDE32F9-7387-3E08-664B-13CD113FAD2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BB725F9-D2EA-3490-7DA3-3839EF351B53}"/>
              </a:ext>
            </a:extLst>
          </p:cNvPr>
          <p:cNvSpPr>
            <a:spLocks noGrp="1"/>
          </p:cNvSpPr>
          <p:nvPr>
            <p:ph type="sldNum" sz="quarter" idx="12"/>
          </p:nvPr>
        </p:nvSpPr>
        <p:spPr/>
        <p:txBody>
          <a:bodyPr/>
          <a:lstStyle/>
          <a:p>
            <a:fld id="{E608FCCD-04DE-2049-9107-2373F8A1FF81}" type="slidenum">
              <a:rPr lang="en-US" smtClean="0"/>
              <a:t>‹#›</a:t>
            </a:fld>
            <a:endParaRPr lang="en-US"/>
          </a:p>
        </p:txBody>
      </p:sp>
    </p:spTree>
    <p:extLst>
      <p:ext uri="{BB962C8B-B14F-4D97-AF65-F5344CB8AC3E}">
        <p14:creationId xmlns:p14="http://schemas.microsoft.com/office/powerpoint/2010/main" val="34499029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2763C-3FCB-3E18-EE55-5F5708E90EA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1D6BA26-34DD-A373-FDCA-5E2A9A16839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75FB633-1BDB-E168-E111-195840BDD82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89565FF-142D-DEAB-6A39-DABDAB812C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E90B710-4148-67D4-29B3-1BBBDEE9A54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7527533-398F-9EA7-F12D-B30509E218B0}"/>
              </a:ext>
            </a:extLst>
          </p:cNvPr>
          <p:cNvSpPr>
            <a:spLocks noGrp="1"/>
          </p:cNvSpPr>
          <p:nvPr>
            <p:ph type="dt" sz="half" idx="10"/>
          </p:nvPr>
        </p:nvSpPr>
        <p:spPr/>
        <p:txBody>
          <a:bodyPr/>
          <a:lstStyle/>
          <a:p>
            <a:fld id="{947FBD62-AA3B-E74B-8A60-7E8626BB6760}" type="datetimeFigureOut">
              <a:rPr lang="en-US" smtClean="0"/>
              <a:t>4/24/26</a:t>
            </a:fld>
            <a:endParaRPr lang="en-US"/>
          </a:p>
        </p:txBody>
      </p:sp>
      <p:sp>
        <p:nvSpPr>
          <p:cNvPr id="8" name="Footer Placeholder 7">
            <a:extLst>
              <a:ext uri="{FF2B5EF4-FFF2-40B4-BE49-F238E27FC236}">
                <a16:creationId xmlns:a16="http://schemas.microsoft.com/office/drawing/2014/main" id="{86DDD02F-5E89-8418-9A54-7251D6E43BB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57D97F5-8E3C-4DFD-93CA-3DD15F20380F}"/>
              </a:ext>
            </a:extLst>
          </p:cNvPr>
          <p:cNvSpPr>
            <a:spLocks noGrp="1"/>
          </p:cNvSpPr>
          <p:nvPr>
            <p:ph type="sldNum" sz="quarter" idx="12"/>
          </p:nvPr>
        </p:nvSpPr>
        <p:spPr/>
        <p:txBody>
          <a:bodyPr/>
          <a:lstStyle/>
          <a:p>
            <a:fld id="{E608FCCD-04DE-2049-9107-2373F8A1FF81}" type="slidenum">
              <a:rPr lang="en-US" smtClean="0"/>
              <a:t>‹#›</a:t>
            </a:fld>
            <a:endParaRPr lang="en-US"/>
          </a:p>
        </p:txBody>
      </p:sp>
    </p:spTree>
    <p:extLst>
      <p:ext uri="{BB962C8B-B14F-4D97-AF65-F5344CB8AC3E}">
        <p14:creationId xmlns:p14="http://schemas.microsoft.com/office/powerpoint/2010/main" val="42132253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CDD8B-A60E-D79D-EF2C-E2C4CC60591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ED257C4-CD41-CB47-30C7-95C3269F41AA}"/>
              </a:ext>
            </a:extLst>
          </p:cNvPr>
          <p:cNvSpPr>
            <a:spLocks noGrp="1"/>
          </p:cNvSpPr>
          <p:nvPr>
            <p:ph type="dt" sz="half" idx="10"/>
          </p:nvPr>
        </p:nvSpPr>
        <p:spPr/>
        <p:txBody>
          <a:bodyPr/>
          <a:lstStyle/>
          <a:p>
            <a:fld id="{947FBD62-AA3B-E74B-8A60-7E8626BB6760}" type="datetimeFigureOut">
              <a:rPr lang="en-US" smtClean="0"/>
              <a:t>4/24/26</a:t>
            </a:fld>
            <a:endParaRPr lang="en-US"/>
          </a:p>
        </p:txBody>
      </p:sp>
      <p:sp>
        <p:nvSpPr>
          <p:cNvPr id="4" name="Footer Placeholder 3">
            <a:extLst>
              <a:ext uri="{FF2B5EF4-FFF2-40B4-BE49-F238E27FC236}">
                <a16:creationId xmlns:a16="http://schemas.microsoft.com/office/drawing/2014/main" id="{EB93A3D5-BEA4-C75B-B9B9-FB6D162D225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A381D59-49D1-F25F-EDB4-6FEF30700F33}"/>
              </a:ext>
            </a:extLst>
          </p:cNvPr>
          <p:cNvSpPr>
            <a:spLocks noGrp="1"/>
          </p:cNvSpPr>
          <p:nvPr>
            <p:ph type="sldNum" sz="quarter" idx="12"/>
          </p:nvPr>
        </p:nvSpPr>
        <p:spPr/>
        <p:txBody>
          <a:bodyPr/>
          <a:lstStyle/>
          <a:p>
            <a:fld id="{E608FCCD-04DE-2049-9107-2373F8A1FF81}" type="slidenum">
              <a:rPr lang="en-US" smtClean="0"/>
              <a:t>‹#›</a:t>
            </a:fld>
            <a:endParaRPr lang="en-US"/>
          </a:p>
        </p:txBody>
      </p:sp>
    </p:spTree>
    <p:extLst>
      <p:ext uri="{BB962C8B-B14F-4D97-AF65-F5344CB8AC3E}">
        <p14:creationId xmlns:p14="http://schemas.microsoft.com/office/powerpoint/2010/main" val="35228569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3727309-0958-58C1-C134-EC47F2C81070}"/>
              </a:ext>
            </a:extLst>
          </p:cNvPr>
          <p:cNvSpPr>
            <a:spLocks noGrp="1"/>
          </p:cNvSpPr>
          <p:nvPr>
            <p:ph type="dt" sz="half" idx="10"/>
          </p:nvPr>
        </p:nvSpPr>
        <p:spPr/>
        <p:txBody>
          <a:bodyPr/>
          <a:lstStyle/>
          <a:p>
            <a:fld id="{947FBD62-AA3B-E74B-8A60-7E8626BB6760}" type="datetimeFigureOut">
              <a:rPr lang="en-US" smtClean="0"/>
              <a:t>4/24/26</a:t>
            </a:fld>
            <a:endParaRPr lang="en-US"/>
          </a:p>
        </p:txBody>
      </p:sp>
      <p:sp>
        <p:nvSpPr>
          <p:cNvPr id="3" name="Footer Placeholder 2">
            <a:extLst>
              <a:ext uri="{FF2B5EF4-FFF2-40B4-BE49-F238E27FC236}">
                <a16:creationId xmlns:a16="http://schemas.microsoft.com/office/drawing/2014/main" id="{E4BB6C90-503B-8927-9A63-8BD8F18E4DA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DCD2C0D-D8FF-9FEE-C825-5DD22BFEEB09}"/>
              </a:ext>
            </a:extLst>
          </p:cNvPr>
          <p:cNvSpPr>
            <a:spLocks noGrp="1"/>
          </p:cNvSpPr>
          <p:nvPr>
            <p:ph type="sldNum" sz="quarter" idx="12"/>
          </p:nvPr>
        </p:nvSpPr>
        <p:spPr/>
        <p:txBody>
          <a:bodyPr/>
          <a:lstStyle/>
          <a:p>
            <a:fld id="{E608FCCD-04DE-2049-9107-2373F8A1FF81}" type="slidenum">
              <a:rPr lang="en-US" smtClean="0"/>
              <a:t>‹#›</a:t>
            </a:fld>
            <a:endParaRPr lang="en-US"/>
          </a:p>
        </p:txBody>
      </p:sp>
    </p:spTree>
    <p:extLst>
      <p:ext uri="{BB962C8B-B14F-4D97-AF65-F5344CB8AC3E}">
        <p14:creationId xmlns:p14="http://schemas.microsoft.com/office/powerpoint/2010/main" val="11737587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FAC1D3-B0A8-376B-6CD3-0449F2E826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B0DCF61-7792-A938-200C-DEE60245037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9F43659-1433-62F0-F4F3-68C01425F9A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7D1F357-D136-E5C1-AC01-985A7A2A1B33}"/>
              </a:ext>
            </a:extLst>
          </p:cNvPr>
          <p:cNvSpPr>
            <a:spLocks noGrp="1"/>
          </p:cNvSpPr>
          <p:nvPr>
            <p:ph type="dt" sz="half" idx="10"/>
          </p:nvPr>
        </p:nvSpPr>
        <p:spPr/>
        <p:txBody>
          <a:bodyPr/>
          <a:lstStyle/>
          <a:p>
            <a:fld id="{947FBD62-AA3B-E74B-8A60-7E8626BB6760}" type="datetimeFigureOut">
              <a:rPr lang="en-US" smtClean="0"/>
              <a:t>4/24/26</a:t>
            </a:fld>
            <a:endParaRPr lang="en-US"/>
          </a:p>
        </p:txBody>
      </p:sp>
      <p:sp>
        <p:nvSpPr>
          <p:cNvPr id="6" name="Footer Placeholder 5">
            <a:extLst>
              <a:ext uri="{FF2B5EF4-FFF2-40B4-BE49-F238E27FC236}">
                <a16:creationId xmlns:a16="http://schemas.microsoft.com/office/drawing/2014/main" id="{9F38EF83-D0E0-488E-B508-62D8CE8750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3E151A-E486-9B0A-9473-F29EECC75470}"/>
              </a:ext>
            </a:extLst>
          </p:cNvPr>
          <p:cNvSpPr>
            <a:spLocks noGrp="1"/>
          </p:cNvSpPr>
          <p:nvPr>
            <p:ph type="sldNum" sz="quarter" idx="12"/>
          </p:nvPr>
        </p:nvSpPr>
        <p:spPr/>
        <p:txBody>
          <a:bodyPr/>
          <a:lstStyle/>
          <a:p>
            <a:fld id="{E608FCCD-04DE-2049-9107-2373F8A1FF81}" type="slidenum">
              <a:rPr lang="en-US" smtClean="0"/>
              <a:t>‹#›</a:t>
            </a:fld>
            <a:endParaRPr lang="en-US"/>
          </a:p>
        </p:txBody>
      </p:sp>
    </p:spTree>
    <p:extLst>
      <p:ext uri="{BB962C8B-B14F-4D97-AF65-F5344CB8AC3E}">
        <p14:creationId xmlns:p14="http://schemas.microsoft.com/office/powerpoint/2010/main" val="33702443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4B5664-3F74-C315-6AE0-BBD329DEFA9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0598495-4CD6-DBA2-E28A-1228B630530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C2439F-2B6E-0485-07B8-BF583A32F24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EFF7086-6782-9268-3898-63F950BEA793}"/>
              </a:ext>
            </a:extLst>
          </p:cNvPr>
          <p:cNvSpPr>
            <a:spLocks noGrp="1"/>
          </p:cNvSpPr>
          <p:nvPr>
            <p:ph type="dt" sz="half" idx="10"/>
          </p:nvPr>
        </p:nvSpPr>
        <p:spPr/>
        <p:txBody>
          <a:bodyPr/>
          <a:lstStyle/>
          <a:p>
            <a:fld id="{947FBD62-AA3B-E74B-8A60-7E8626BB6760}" type="datetimeFigureOut">
              <a:rPr lang="en-US" smtClean="0"/>
              <a:t>4/24/26</a:t>
            </a:fld>
            <a:endParaRPr lang="en-US"/>
          </a:p>
        </p:txBody>
      </p:sp>
      <p:sp>
        <p:nvSpPr>
          <p:cNvPr id="6" name="Footer Placeholder 5">
            <a:extLst>
              <a:ext uri="{FF2B5EF4-FFF2-40B4-BE49-F238E27FC236}">
                <a16:creationId xmlns:a16="http://schemas.microsoft.com/office/drawing/2014/main" id="{8EDAFAD1-F9BF-2D26-7DFC-C00A0C1608D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DDD584E-083B-3C26-4E59-2E51AD67311C}"/>
              </a:ext>
            </a:extLst>
          </p:cNvPr>
          <p:cNvSpPr>
            <a:spLocks noGrp="1"/>
          </p:cNvSpPr>
          <p:nvPr>
            <p:ph type="sldNum" sz="quarter" idx="12"/>
          </p:nvPr>
        </p:nvSpPr>
        <p:spPr/>
        <p:txBody>
          <a:bodyPr/>
          <a:lstStyle/>
          <a:p>
            <a:fld id="{E608FCCD-04DE-2049-9107-2373F8A1FF81}" type="slidenum">
              <a:rPr lang="en-US" smtClean="0"/>
              <a:t>‹#›</a:t>
            </a:fld>
            <a:endParaRPr lang="en-US"/>
          </a:p>
        </p:txBody>
      </p:sp>
    </p:spTree>
    <p:extLst>
      <p:ext uri="{BB962C8B-B14F-4D97-AF65-F5344CB8AC3E}">
        <p14:creationId xmlns:p14="http://schemas.microsoft.com/office/powerpoint/2010/main" val="5731006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A2C96B-7785-8864-CBD1-D9923340D21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3E19EEF-4E95-7735-E60C-A70A0879CB9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76F3C0B-5485-9514-D40C-AA9B7BD13FBB}"/>
              </a:ext>
            </a:extLst>
          </p:cNvPr>
          <p:cNvSpPr>
            <a:spLocks noGrp="1"/>
          </p:cNvSpPr>
          <p:nvPr>
            <p:ph type="dt" sz="half" idx="10"/>
          </p:nvPr>
        </p:nvSpPr>
        <p:spPr/>
        <p:txBody>
          <a:bodyPr/>
          <a:lstStyle/>
          <a:p>
            <a:fld id="{947FBD62-AA3B-E74B-8A60-7E8626BB6760}" type="datetimeFigureOut">
              <a:rPr lang="en-US" smtClean="0"/>
              <a:t>4/24/26</a:t>
            </a:fld>
            <a:endParaRPr lang="en-US"/>
          </a:p>
        </p:txBody>
      </p:sp>
      <p:sp>
        <p:nvSpPr>
          <p:cNvPr id="5" name="Footer Placeholder 4">
            <a:extLst>
              <a:ext uri="{FF2B5EF4-FFF2-40B4-BE49-F238E27FC236}">
                <a16:creationId xmlns:a16="http://schemas.microsoft.com/office/drawing/2014/main" id="{BD09875B-AA93-232C-0460-584EE1A77F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034E91-3AD3-71BF-8C81-F3CDA8AFA57D}"/>
              </a:ext>
            </a:extLst>
          </p:cNvPr>
          <p:cNvSpPr>
            <a:spLocks noGrp="1"/>
          </p:cNvSpPr>
          <p:nvPr>
            <p:ph type="sldNum" sz="quarter" idx="12"/>
          </p:nvPr>
        </p:nvSpPr>
        <p:spPr/>
        <p:txBody>
          <a:bodyPr/>
          <a:lstStyle/>
          <a:p>
            <a:fld id="{E608FCCD-04DE-2049-9107-2373F8A1FF81}" type="slidenum">
              <a:rPr lang="en-US" smtClean="0"/>
              <a:t>‹#›</a:t>
            </a:fld>
            <a:endParaRPr lang="en-US"/>
          </a:p>
        </p:txBody>
      </p:sp>
    </p:spTree>
    <p:extLst>
      <p:ext uri="{BB962C8B-B14F-4D97-AF65-F5344CB8AC3E}">
        <p14:creationId xmlns:p14="http://schemas.microsoft.com/office/powerpoint/2010/main" val="111743711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F0B750F-14D1-F67C-1A35-1970D371BE5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B9D3461-A568-937F-E7D5-D5040BA3675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5AAE44C-D77A-D9A5-62C8-881E66ED0A95}"/>
              </a:ext>
            </a:extLst>
          </p:cNvPr>
          <p:cNvSpPr>
            <a:spLocks noGrp="1"/>
          </p:cNvSpPr>
          <p:nvPr>
            <p:ph type="dt" sz="half" idx="10"/>
          </p:nvPr>
        </p:nvSpPr>
        <p:spPr/>
        <p:txBody>
          <a:bodyPr/>
          <a:lstStyle/>
          <a:p>
            <a:fld id="{947FBD62-AA3B-E74B-8A60-7E8626BB6760}" type="datetimeFigureOut">
              <a:rPr lang="en-US" smtClean="0"/>
              <a:t>4/24/26</a:t>
            </a:fld>
            <a:endParaRPr lang="en-US"/>
          </a:p>
        </p:txBody>
      </p:sp>
      <p:sp>
        <p:nvSpPr>
          <p:cNvPr id="5" name="Footer Placeholder 4">
            <a:extLst>
              <a:ext uri="{FF2B5EF4-FFF2-40B4-BE49-F238E27FC236}">
                <a16:creationId xmlns:a16="http://schemas.microsoft.com/office/drawing/2014/main" id="{B416A8FA-1C0E-92B5-9B1B-26482E0F4E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5F733C-60D7-C14C-2BB2-7D64617D6028}"/>
              </a:ext>
            </a:extLst>
          </p:cNvPr>
          <p:cNvSpPr>
            <a:spLocks noGrp="1"/>
          </p:cNvSpPr>
          <p:nvPr>
            <p:ph type="sldNum" sz="quarter" idx="12"/>
          </p:nvPr>
        </p:nvSpPr>
        <p:spPr/>
        <p:txBody>
          <a:bodyPr/>
          <a:lstStyle/>
          <a:p>
            <a:fld id="{E608FCCD-04DE-2049-9107-2373F8A1FF81}" type="slidenum">
              <a:rPr lang="en-US" smtClean="0"/>
              <a:t>‹#›</a:t>
            </a:fld>
            <a:endParaRPr lang="en-US"/>
          </a:p>
        </p:txBody>
      </p:sp>
    </p:spTree>
    <p:extLst>
      <p:ext uri="{BB962C8B-B14F-4D97-AF65-F5344CB8AC3E}">
        <p14:creationId xmlns:p14="http://schemas.microsoft.com/office/powerpoint/2010/main" val="2025758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13B7C9-9B28-F794-DDA5-3E9E0952598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B57E1C5-FC63-1D79-11AA-1272C33C0D1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D03FB1C-82E0-36E0-421B-3FAF3F84A23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47FBD62-AA3B-E74B-8A60-7E8626BB6760}" type="datetimeFigureOut">
              <a:rPr lang="en-US" smtClean="0"/>
              <a:t>4/24/26</a:t>
            </a:fld>
            <a:endParaRPr lang="en-US"/>
          </a:p>
        </p:txBody>
      </p:sp>
      <p:sp>
        <p:nvSpPr>
          <p:cNvPr id="5" name="Footer Placeholder 4">
            <a:extLst>
              <a:ext uri="{FF2B5EF4-FFF2-40B4-BE49-F238E27FC236}">
                <a16:creationId xmlns:a16="http://schemas.microsoft.com/office/drawing/2014/main" id="{6CC51A10-34C1-6FC1-C227-2F44A240A2E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6D7E656-4BDE-987D-5941-58A08BBAA70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608FCCD-04DE-2049-9107-2373F8A1FF81}" type="slidenum">
              <a:rPr lang="en-US" smtClean="0"/>
              <a:t>‹#›</a:t>
            </a:fld>
            <a:endParaRPr lang="en-US"/>
          </a:p>
        </p:txBody>
      </p:sp>
    </p:spTree>
    <p:extLst>
      <p:ext uri="{BB962C8B-B14F-4D97-AF65-F5344CB8AC3E}">
        <p14:creationId xmlns:p14="http://schemas.microsoft.com/office/powerpoint/2010/main" val="3280428662"/>
      </p:ext>
    </p:extLst>
  </p:cSld>
  <p:clrMap bg1="lt1" tx1="dk1" bg2="lt2" tx2="dk2" accent1="accent1" accent2="accent2" accent3="accent3" accent4="accent4" accent5="accent5" accent6="accent6" hlink="hlink" folHlink="folHlink"/>
  <p:sldLayoutIdLst>
    <p:sldLayoutId id="2147483757" r:id="rId1"/>
    <p:sldLayoutId id="2147483758" r:id="rId2"/>
    <p:sldLayoutId id="2147483759" r:id="rId3"/>
    <p:sldLayoutId id="2147483760" r:id="rId4"/>
    <p:sldLayoutId id="2147483761" r:id="rId5"/>
    <p:sldLayoutId id="2147483762" r:id="rId6"/>
    <p:sldLayoutId id="2147483763" r:id="rId7"/>
    <p:sldLayoutId id="2147483764" r:id="rId8"/>
    <p:sldLayoutId id="2147483765" r:id="rId9"/>
    <p:sldLayoutId id="2147483766" r:id="rId10"/>
    <p:sldLayoutId id="214748376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595D34-F764-4C6E-05DD-5ABCF244C3C4}"/>
              </a:ext>
            </a:extLst>
          </p:cNvPr>
          <p:cNvSpPr>
            <a:spLocks noGrp="1"/>
          </p:cNvSpPr>
          <p:nvPr>
            <p:ph type="ctrTitle"/>
          </p:nvPr>
        </p:nvSpPr>
        <p:spPr>
          <a:xfrm>
            <a:off x="1524000" y="1525318"/>
            <a:ext cx="9144000" cy="2387600"/>
          </a:xfrm>
        </p:spPr>
        <p:txBody>
          <a:bodyPr>
            <a:normAutofit/>
          </a:bodyPr>
          <a:lstStyle/>
          <a:p>
            <a:r>
              <a:rPr lang="en-US" dirty="0"/>
              <a:t>Seizure Classification with  Deep Learning</a:t>
            </a:r>
          </a:p>
        </p:txBody>
      </p:sp>
      <p:sp>
        <p:nvSpPr>
          <p:cNvPr id="3" name="Subtitle 2">
            <a:extLst>
              <a:ext uri="{FF2B5EF4-FFF2-40B4-BE49-F238E27FC236}">
                <a16:creationId xmlns:a16="http://schemas.microsoft.com/office/drawing/2014/main" id="{80176A87-D84C-E30A-DC74-6C537B820CA3}"/>
              </a:ext>
            </a:extLst>
          </p:cNvPr>
          <p:cNvSpPr>
            <a:spLocks noGrp="1"/>
          </p:cNvSpPr>
          <p:nvPr>
            <p:ph type="subTitle" idx="1"/>
          </p:nvPr>
        </p:nvSpPr>
        <p:spPr>
          <a:xfrm>
            <a:off x="1524000" y="4121323"/>
            <a:ext cx="9144000" cy="1655762"/>
          </a:xfrm>
        </p:spPr>
        <p:txBody>
          <a:bodyPr vert="horz" lIns="91440" tIns="45720" rIns="91440" bIns="45720" rtlCol="0" anchor="t">
            <a:normAutofit fontScale="92500" lnSpcReduction="20000"/>
          </a:bodyPr>
          <a:lstStyle/>
          <a:p>
            <a:r>
              <a:rPr lang="en-GB" sz="2000" b="1"/>
              <a:t>Group 3</a:t>
            </a:r>
          </a:p>
          <a:p>
            <a:r>
              <a:rPr lang="en-GB" sz="2000" dirty="0">
                <a:solidFill>
                  <a:schemeClr val="tx2">
                    <a:lumMod val="75000"/>
                    <a:lumOff val="25000"/>
                  </a:schemeClr>
                </a:solidFill>
              </a:rPr>
              <a:t>Twyla Keating, 1770979</a:t>
            </a:r>
            <a:endParaRPr lang="en-US" sz="2000" dirty="0">
              <a:solidFill>
                <a:schemeClr val="tx2">
                  <a:lumMod val="75000"/>
                  <a:lumOff val="25000"/>
                </a:schemeClr>
              </a:solidFill>
            </a:endParaRPr>
          </a:p>
          <a:p>
            <a:r>
              <a:rPr lang="en-GB" sz="2000" dirty="0">
                <a:solidFill>
                  <a:srgbClr val="7030A0"/>
                </a:solidFill>
              </a:rPr>
              <a:t>Zijian Li, 1781642</a:t>
            </a:r>
            <a:endParaRPr lang="en-US" sz="2000" dirty="0">
              <a:solidFill>
                <a:srgbClr val="7030A0"/>
              </a:solidFill>
            </a:endParaRPr>
          </a:p>
          <a:p>
            <a:r>
              <a:rPr lang="en-GB" sz="2000" dirty="0"/>
              <a:t>Enoch Shin, 1767565</a:t>
            </a:r>
            <a:endParaRPr lang="en-US" sz="2000" dirty="0"/>
          </a:p>
          <a:p>
            <a:r>
              <a:rPr lang="en-GB" sz="2000" dirty="0" err="1">
                <a:solidFill>
                  <a:schemeClr val="accent6">
                    <a:lumMod val="75000"/>
                  </a:schemeClr>
                </a:solidFill>
              </a:rPr>
              <a:t>Wenqi</a:t>
            </a:r>
            <a:r>
              <a:rPr lang="en-GB" sz="2000" dirty="0">
                <a:solidFill>
                  <a:schemeClr val="accent6">
                    <a:lumMod val="75000"/>
                  </a:schemeClr>
                </a:solidFill>
              </a:rPr>
              <a:t> Zhang, 1785174</a:t>
            </a:r>
            <a:endParaRPr lang="en-US" sz="2000" dirty="0">
              <a:solidFill>
                <a:schemeClr val="accent6">
                  <a:lumMod val="75000"/>
                </a:schemeClr>
              </a:solidFill>
            </a:endParaRPr>
          </a:p>
          <a:p>
            <a:endParaRPr lang="en-US" sz="2000" dirty="0"/>
          </a:p>
        </p:txBody>
      </p:sp>
    </p:spTree>
    <p:extLst>
      <p:ext uri="{BB962C8B-B14F-4D97-AF65-F5344CB8AC3E}">
        <p14:creationId xmlns:p14="http://schemas.microsoft.com/office/powerpoint/2010/main" val="23607853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0BF86-C7F4-0AA3-4482-85B58F55AAEB}"/>
              </a:ext>
            </a:extLst>
          </p:cNvPr>
          <p:cNvSpPr>
            <a:spLocks noGrp="1"/>
          </p:cNvSpPr>
          <p:nvPr>
            <p:ph type="title"/>
          </p:nvPr>
        </p:nvSpPr>
        <p:spPr>
          <a:xfrm>
            <a:off x="264762" y="-185979"/>
            <a:ext cx="10515600" cy="1325563"/>
          </a:xfrm>
        </p:spPr>
        <p:txBody>
          <a:bodyPr/>
          <a:lstStyle/>
          <a:p>
            <a:r>
              <a:rPr lang="en-GB">
                <a:ea typeface="+mj-lt"/>
                <a:cs typeface="+mj-lt"/>
              </a:rPr>
              <a:t>Background and Motivations</a:t>
            </a:r>
            <a:endParaRPr lang="en-US"/>
          </a:p>
        </p:txBody>
      </p:sp>
      <p:sp>
        <p:nvSpPr>
          <p:cNvPr id="3" name="Content Placeholder 2">
            <a:extLst>
              <a:ext uri="{FF2B5EF4-FFF2-40B4-BE49-F238E27FC236}">
                <a16:creationId xmlns:a16="http://schemas.microsoft.com/office/drawing/2014/main" id="{B463CCF0-26C1-734F-1187-CBC695BC6473}"/>
              </a:ext>
            </a:extLst>
          </p:cNvPr>
          <p:cNvSpPr>
            <a:spLocks noGrp="1"/>
          </p:cNvSpPr>
          <p:nvPr>
            <p:ph idx="1"/>
          </p:nvPr>
        </p:nvSpPr>
        <p:spPr>
          <a:xfrm>
            <a:off x="838200" y="900274"/>
            <a:ext cx="10515600" cy="4351338"/>
          </a:xfrm>
        </p:spPr>
        <p:txBody>
          <a:bodyPr>
            <a:normAutofit/>
          </a:bodyPr>
          <a:lstStyle/>
          <a:p>
            <a:r>
              <a:rPr lang="en-GB" sz="2500" dirty="0">
                <a:ea typeface="+mn-lt"/>
                <a:cs typeface="+mn-lt"/>
              </a:rPr>
              <a:t>World Health Organization  -- 50 million people worldwide </a:t>
            </a:r>
          </a:p>
          <a:p>
            <a:pPr lvl="1"/>
            <a:r>
              <a:rPr lang="en-GB" sz="2500" dirty="0">
                <a:ea typeface="+mn-lt"/>
                <a:cs typeface="+mn-lt"/>
              </a:rPr>
              <a:t>“It is estimated that up to 70% of people living with epilepsy could live </a:t>
            </a:r>
            <a:r>
              <a:rPr lang="en-GB" sz="2500" b="1" dirty="0">
                <a:ea typeface="+mn-lt"/>
                <a:cs typeface="+mn-lt"/>
              </a:rPr>
              <a:t>seizure-free </a:t>
            </a:r>
            <a:r>
              <a:rPr lang="en-GB" sz="2500" dirty="0">
                <a:ea typeface="+mn-lt"/>
                <a:cs typeface="+mn-lt"/>
              </a:rPr>
              <a:t>if </a:t>
            </a:r>
            <a:r>
              <a:rPr lang="en-GB" sz="2500" b="1" dirty="0">
                <a:ea typeface="+mn-lt"/>
                <a:cs typeface="+mn-lt"/>
              </a:rPr>
              <a:t>properly diagnosed and treated</a:t>
            </a:r>
            <a:r>
              <a:rPr lang="en-GB" sz="2500" dirty="0">
                <a:ea typeface="+mn-lt"/>
                <a:cs typeface="+mn-lt"/>
              </a:rPr>
              <a:t>.”</a:t>
            </a:r>
          </a:p>
          <a:p>
            <a:r>
              <a:rPr lang="en-GB" sz="2500" dirty="0">
                <a:ea typeface="+mn-lt"/>
                <a:cs typeface="+mn-lt"/>
              </a:rPr>
              <a:t>Physical and psychological comorbidities</a:t>
            </a:r>
          </a:p>
          <a:p>
            <a:endParaRPr lang="en-GB" sz="2500" dirty="0">
              <a:ea typeface="+mn-lt"/>
              <a:cs typeface="+mn-lt"/>
            </a:endParaRPr>
          </a:p>
          <a:p>
            <a:endParaRPr lang="en-GB" sz="2500" dirty="0">
              <a:ea typeface="+mn-lt"/>
              <a:cs typeface="+mn-lt"/>
            </a:endParaRPr>
          </a:p>
        </p:txBody>
      </p:sp>
      <p:pic>
        <p:nvPicPr>
          <p:cNvPr id="1028" name="Picture 4" descr="Fig. 1">
            <a:extLst>
              <a:ext uri="{FF2B5EF4-FFF2-40B4-BE49-F238E27FC236}">
                <a16:creationId xmlns:a16="http://schemas.microsoft.com/office/drawing/2014/main" id="{5307AFAE-D857-9287-F6C4-E7991BB8ABD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94982" y="2662000"/>
            <a:ext cx="5402036" cy="4196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622045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B513967-151F-FC36-8F5B-DACC0C1757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0F0AD4-C375-FF7C-1297-03CEE47C7AC2}"/>
              </a:ext>
            </a:extLst>
          </p:cNvPr>
          <p:cNvSpPr>
            <a:spLocks noGrp="1"/>
          </p:cNvSpPr>
          <p:nvPr>
            <p:ph type="title"/>
          </p:nvPr>
        </p:nvSpPr>
        <p:spPr>
          <a:xfrm>
            <a:off x="264762" y="-185979"/>
            <a:ext cx="10515600" cy="1325563"/>
          </a:xfrm>
        </p:spPr>
        <p:txBody>
          <a:bodyPr/>
          <a:lstStyle/>
          <a:p>
            <a:r>
              <a:rPr lang="en-GB" dirty="0">
                <a:ea typeface="+mj-lt"/>
                <a:cs typeface="+mj-lt"/>
              </a:rPr>
              <a:t>Dataset</a:t>
            </a:r>
            <a:endParaRPr lang="en-US" dirty="0"/>
          </a:p>
        </p:txBody>
      </p:sp>
      <p:sp>
        <p:nvSpPr>
          <p:cNvPr id="3" name="Content Placeholder 2">
            <a:extLst>
              <a:ext uri="{FF2B5EF4-FFF2-40B4-BE49-F238E27FC236}">
                <a16:creationId xmlns:a16="http://schemas.microsoft.com/office/drawing/2014/main" id="{9C676C20-8A22-C157-BEEB-2954CFB837EB}"/>
              </a:ext>
            </a:extLst>
          </p:cNvPr>
          <p:cNvSpPr>
            <a:spLocks noGrp="1"/>
          </p:cNvSpPr>
          <p:nvPr>
            <p:ph idx="1"/>
          </p:nvPr>
        </p:nvSpPr>
        <p:spPr>
          <a:xfrm>
            <a:off x="838200" y="754801"/>
            <a:ext cx="10515600" cy="4351338"/>
          </a:xfrm>
        </p:spPr>
        <p:txBody>
          <a:bodyPr>
            <a:normAutofit/>
          </a:bodyPr>
          <a:lstStyle/>
          <a:p>
            <a:r>
              <a:rPr lang="en-US" sz="2500" dirty="0"/>
              <a:t>Children’s Hospital Boston – MIT EEG recordings from 23 pediatric and one adult patient</a:t>
            </a:r>
          </a:p>
          <a:p>
            <a:r>
              <a:rPr lang="en-GB" sz="2500" dirty="0">
                <a:ea typeface="+mn-lt"/>
                <a:cs typeface="+mn-lt"/>
              </a:rPr>
              <a:t>23 channels, recorded by EEG cap with 21 electrodes</a:t>
            </a:r>
          </a:p>
          <a:p>
            <a:r>
              <a:rPr lang="en-US" sz="2500" dirty="0"/>
              <a:t>Segmented into 1-second temporal windows</a:t>
            </a:r>
          </a:p>
          <a:p>
            <a:pPr marL="0" indent="0">
              <a:buNone/>
            </a:pPr>
            <a:endParaRPr lang="en-GB" sz="2500" dirty="0">
              <a:ea typeface="+mn-lt"/>
              <a:cs typeface="+mn-lt"/>
            </a:endParaRPr>
          </a:p>
          <a:p>
            <a:endParaRPr lang="en-GB" sz="2500" dirty="0">
              <a:ea typeface="+mn-lt"/>
              <a:cs typeface="+mn-lt"/>
            </a:endParaRPr>
          </a:p>
        </p:txBody>
      </p:sp>
      <p:pic>
        <p:nvPicPr>
          <p:cNvPr id="4" name="Picture 2" descr="Boston Children's Hospital - Dravet Syndrome Foundation">
            <a:extLst>
              <a:ext uri="{FF2B5EF4-FFF2-40B4-BE49-F238E27FC236}">
                <a16:creationId xmlns:a16="http://schemas.microsoft.com/office/drawing/2014/main" id="{937DA4E9-1F41-E9B4-949B-0B77107D6DC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20111" y="2568030"/>
            <a:ext cx="6325849" cy="42172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78444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075302E-316E-BB46-2D72-09AA5B6684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CFE1C3-58A7-3800-D3A4-C747EB7F6BD6}"/>
              </a:ext>
            </a:extLst>
          </p:cNvPr>
          <p:cNvSpPr>
            <a:spLocks noGrp="1"/>
          </p:cNvSpPr>
          <p:nvPr>
            <p:ph type="title"/>
          </p:nvPr>
        </p:nvSpPr>
        <p:spPr>
          <a:xfrm>
            <a:off x="258065" y="0"/>
            <a:ext cx="10515600" cy="1325563"/>
          </a:xfrm>
        </p:spPr>
        <p:txBody>
          <a:bodyPr>
            <a:normAutofit/>
          </a:bodyPr>
          <a:lstStyle/>
          <a:p>
            <a:r>
              <a:rPr lang="en-US" sz="5400" dirty="0"/>
              <a:t>Goals</a:t>
            </a:r>
          </a:p>
        </p:txBody>
      </p:sp>
      <p:sp>
        <p:nvSpPr>
          <p:cNvPr id="3" name="Content Placeholder 2">
            <a:extLst>
              <a:ext uri="{FF2B5EF4-FFF2-40B4-BE49-F238E27FC236}">
                <a16:creationId xmlns:a16="http://schemas.microsoft.com/office/drawing/2014/main" id="{7B696EE4-429D-F413-7A3F-AE698B1C4B37}"/>
              </a:ext>
            </a:extLst>
          </p:cNvPr>
          <p:cNvSpPr>
            <a:spLocks noGrp="1"/>
          </p:cNvSpPr>
          <p:nvPr>
            <p:ph idx="1"/>
          </p:nvPr>
        </p:nvSpPr>
        <p:spPr>
          <a:xfrm>
            <a:off x="838200" y="1325563"/>
            <a:ext cx="10515600" cy="4351338"/>
          </a:xfrm>
        </p:spPr>
        <p:txBody>
          <a:bodyPr vert="horz" lIns="91440" tIns="45720" rIns="91440" bIns="45720" rtlCol="0" anchor="t">
            <a:normAutofit/>
          </a:bodyPr>
          <a:lstStyle/>
          <a:p>
            <a:r>
              <a:rPr lang="en-US" b="1" dirty="0">
                <a:ea typeface="+mn-lt"/>
                <a:cs typeface="+mn-lt"/>
              </a:rPr>
              <a:t>Overall Goal:</a:t>
            </a:r>
            <a:r>
              <a:rPr lang="en-US" dirty="0">
                <a:ea typeface="+mn-lt"/>
                <a:cs typeface="+mn-lt"/>
              </a:rPr>
              <a:t> accurate classification</a:t>
            </a:r>
            <a:r>
              <a:rPr lang="en-US" b="1" dirty="0">
                <a:ea typeface="+mn-lt"/>
                <a:cs typeface="+mn-lt"/>
              </a:rPr>
              <a:t> </a:t>
            </a:r>
            <a:r>
              <a:rPr lang="en-US" dirty="0">
                <a:ea typeface="+mn-lt"/>
                <a:cs typeface="+mn-lt"/>
              </a:rPr>
              <a:t>of EEG data, generalizable model</a:t>
            </a:r>
          </a:p>
          <a:p>
            <a:r>
              <a:rPr lang="en-US" b="1" dirty="0">
                <a:ea typeface="+mn-lt"/>
                <a:cs typeface="+mn-lt"/>
              </a:rPr>
              <a:t>Goal 1 – Model with different data scopes</a:t>
            </a:r>
          </a:p>
          <a:p>
            <a:pPr lvl="1"/>
            <a:r>
              <a:rPr lang="en-US" b="1" dirty="0">
                <a:ea typeface="+mn-lt"/>
                <a:cs typeface="+mn-lt"/>
              </a:rPr>
              <a:t>Window:</a:t>
            </a:r>
            <a:r>
              <a:rPr lang="en-US" dirty="0">
                <a:ea typeface="+mn-lt"/>
                <a:cs typeface="+mn-lt"/>
              </a:rPr>
              <a:t> each unit of time. Represents upper bound of performance (because train and test windows can be from same seizure episode) </a:t>
            </a:r>
          </a:p>
          <a:p>
            <a:pPr lvl="1"/>
            <a:r>
              <a:rPr lang="en-US" b="1" dirty="0">
                <a:ea typeface="+mn-lt"/>
                <a:cs typeface="+mn-lt"/>
              </a:rPr>
              <a:t>Seizure:</a:t>
            </a:r>
            <a:r>
              <a:rPr lang="en-US" dirty="0">
                <a:ea typeface="+mn-lt"/>
                <a:cs typeface="+mn-lt"/>
              </a:rPr>
              <a:t> split by seizure vs. non-seizure events </a:t>
            </a:r>
          </a:p>
          <a:p>
            <a:pPr lvl="1"/>
            <a:r>
              <a:rPr lang="en-US" b="1" dirty="0">
                <a:ea typeface="+mn-lt"/>
                <a:cs typeface="+mn-lt"/>
              </a:rPr>
              <a:t>Patient:</a:t>
            </a:r>
            <a:r>
              <a:rPr lang="en-US" dirty="0">
                <a:ea typeface="+mn-lt"/>
                <a:cs typeface="+mn-lt"/>
              </a:rPr>
              <a:t> most generalizable, for modeling unseen patients</a:t>
            </a:r>
            <a:endParaRPr lang="en-US" b="1" dirty="0">
              <a:ea typeface="+mn-lt"/>
              <a:cs typeface="+mn-lt"/>
            </a:endParaRPr>
          </a:p>
          <a:p>
            <a:r>
              <a:rPr lang="en-US" b="1" dirty="0">
                <a:ea typeface="+mn-lt"/>
                <a:cs typeface="+mn-lt"/>
              </a:rPr>
              <a:t>Goal 2 -- Compare two architectures</a:t>
            </a:r>
            <a:endParaRPr lang="en-US" dirty="0">
              <a:ea typeface="+mn-lt"/>
              <a:cs typeface="+mn-lt"/>
            </a:endParaRPr>
          </a:p>
          <a:p>
            <a:pPr lvl="1"/>
            <a:r>
              <a:rPr lang="en-US" dirty="0">
                <a:ea typeface="+mn-lt"/>
                <a:cs typeface="+mn-lt"/>
              </a:rPr>
              <a:t>Classification with channel fusion (no temporal data / “memory”)</a:t>
            </a:r>
          </a:p>
          <a:p>
            <a:pPr lvl="1"/>
            <a:r>
              <a:rPr lang="en-US" dirty="0">
                <a:ea typeface="+mn-lt"/>
                <a:cs typeface="+mn-lt"/>
              </a:rPr>
              <a:t>LSTM methods to incorporate temporal data</a:t>
            </a:r>
            <a:endParaRPr lang="en-US" dirty="0"/>
          </a:p>
          <a:p>
            <a:pPr marL="457200" lvl="1" indent="0">
              <a:buNone/>
            </a:pPr>
            <a:endParaRPr lang="en-US" dirty="0"/>
          </a:p>
          <a:p>
            <a:pPr lvl="1"/>
            <a:endParaRPr lang="en-US" dirty="0"/>
          </a:p>
          <a:p>
            <a:pPr lvl="1"/>
            <a:endParaRPr lang="en-US" dirty="0"/>
          </a:p>
          <a:p>
            <a:endParaRPr lang="en-US" dirty="0"/>
          </a:p>
          <a:p>
            <a:endParaRPr lang="en-US" dirty="0"/>
          </a:p>
        </p:txBody>
      </p:sp>
      <p:sp>
        <p:nvSpPr>
          <p:cNvPr id="4" name="TextBox 3">
            <a:extLst>
              <a:ext uri="{FF2B5EF4-FFF2-40B4-BE49-F238E27FC236}">
                <a16:creationId xmlns:a16="http://schemas.microsoft.com/office/drawing/2014/main" id="{F7999505-AE91-8B1A-FC3A-3E9337785D69}"/>
              </a:ext>
            </a:extLst>
          </p:cNvPr>
          <p:cNvSpPr txBox="1"/>
          <p:nvPr/>
        </p:nvSpPr>
        <p:spPr>
          <a:xfrm>
            <a:off x="-606019" y="3244333"/>
            <a:ext cx="2575931" cy="369332"/>
          </a:xfrm>
          <a:prstGeom prst="rect">
            <a:avLst/>
          </a:prstGeom>
          <a:noFill/>
        </p:spPr>
        <p:txBody>
          <a:bodyPr wrap="square" rtlCol="0">
            <a:spAutoFit/>
          </a:bodyPr>
          <a:lstStyle/>
          <a:p>
            <a:pPr algn="ctr"/>
            <a:r>
              <a:rPr lang="en-US" dirty="0">
                <a:solidFill>
                  <a:srgbClr val="FF0000"/>
                </a:solidFill>
              </a:rPr>
              <a:t>difficulty</a:t>
            </a:r>
          </a:p>
        </p:txBody>
      </p:sp>
      <p:cxnSp>
        <p:nvCxnSpPr>
          <p:cNvPr id="6" name="Straight Arrow Connector 5">
            <a:extLst>
              <a:ext uri="{FF2B5EF4-FFF2-40B4-BE49-F238E27FC236}">
                <a16:creationId xmlns:a16="http://schemas.microsoft.com/office/drawing/2014/main" id="{54C9B681-D77E-06EA-AA3B-ABC49B67B644}"/>
              </a:ext>
            </a:extLst>
          </p:cNvPr>
          <p:cNvCxnSpPr/>
          <p:nvPr/>
        </p:nvCxnSpPr>
        <p:spPr>
          <a:xfrm>
            <a:off x="1193181" y="2798956"/>
            <a:ext cx="0" cy="1260087"/>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860039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2A46ADB5-363E-D438-496C-E805A375E0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9DBFE2-5B08-5F7E-9C34-4E288038744C}"/>
              </a:ext>
            </a:extLst>
          </p:cNvPr>
          <p:cNvSpPr>
            <a:spLocks noGrp="1"/>
          </p:cNvSpPr>
          <p:nvPr>
            <p:ph type="title"/>
          </p:nvPr>
        </p:nvSpPr>
        <p:spPr>
          <a:xfrm>
            <a:off x="557323" y="-120078"/>
            <a:ext cx="10515600" cy="1325563"/>
          </a:xfrm>
        </p:spPr>
        <p:txBody>
          <a:bodyPr/>
          <a:lstStyle/>
          <a:p>
            <a:r>
              <a:rPr lang="en-US" dirty="0"/>
              <a:t>Methodology: Architecture Selection</a:t>
            </a:r>
          </a:p>
        </p:txBody>
      </p:sp>
      <p:sp>
        <p:nvSpPr>
          <p:cNvPr id="3" name="Content Placeholder 2">
            <a:extLst>
              <a:ext uri="{FF2B5EF4-FFF2-40B4-BE49-F238E27FC236}">
                <a16:creationId xmlns:a16="http://schemas.microsoft.com/office/drawing/2014/main" id="{0A55E001-F8E3-3896-F178-D3FED9B70D43}"/>
              </a:ext>
            </a:extLst>
          </p:cNvPr>
          <p:cNvSpPr>
            <a:spLocks noGrp="1"/>
          </p:cNvSpPr>
          <p:nvPr>
            <p:ph idx="1"/>
          </p:nvPr>
        </p:nvSpPr>
        <p:spPr>
          <a:xfrm>
            <a:off x="814703" y="1051185"/>
            <a:ext cx="8921155" cy="2358028"/>
          </a:xfrm>
        </p:spPr>
        <p:txBody>
          <a:bodyPr vert="horz" lIns="91440" tIns="45720" rIns="91440" bIns="45720" rtlCol="0" anchor="t">
            <a:normAutofit/>
          </a:bodyPr>
          <a:lstStyle/>
          <a:p>
            <a:pPr lvl="1"/>
            <a:r>
              <a:rPr lang="en-US" dirty="0">
                <a:ea typeface="+mn-lt"/>
                <a:cs typeface="+mn-lt"/>
              </a:rPr>
              <a:t>Classification (not temporal) </a:t>
            </a:r>
            <a:r>
              <a:rPr lang="en-US" dirty="0">
                <a:ea typeface="+mn-lt"/>
                <a:cs typeface="+mn-lt"/>
                <a:sym typeface="Wingdings" pitchFamily="2" charset="2"/>
              </a:rPr>
              <a:t> CNN</a:t>
            </a:r>
          </a:p>
          <a:p>
            <a:pPr lvl="2"/>
            <a:r>
              <a:rPr lang="en-US" dirty="0">
                <a:ea typeface="+mn-lt"/>
                <a:cs typeface="+mn-lt"/>
                <a:sym typeface="Wingdings" pitchFamily="2" charset="2"/>
              </a:rPr>
              <a:t>Why: well-validated in existing literature, light computation</a:t>
            </a:r>
          </a:p>
          <a:p>
            <a:pPr lvl="2"/>
            <a:r>
              <a:rPr lang="en-US" dirty="0">
                <a:ea typeface="+mn-lt"/>
                <a:cs typeface="+mn-lt"/>
                <a:sym typeface="Wingdings" pitchFamily="2" charset="2"/>
              </a:rPr>
              <a:t>Serves as baseline because it doesn’t use sequential context</a:t>
            </a:r>
            <a:endParaRPr lang="en-US" dirty="0">
              <a:ea typeface="+mn-lt"/>
              <a:cs typeface="+mn-lt"/>
            </a:endParaRPr>
          </a:p>
          <a:p>
            <a:pPr lvl="1"/>
            <a:r>
              <a:rPr lang="en-US" dirty="0">
                <a:ea typeface="+mn-lt"/>
                <a:cs typeface="+mn-lt"/>
              </a:rPr>
              <a:t>With temporal data </a:t>
            </a:r>
            <a:r>
              <a:rPr lang="en-US" dirty="0">
                <a:ea typeface="+mn-lt"/>
                <a:cs typeface="+mn-lt"/>
                <a:sym typeface="Wingdings" pitchFamily="2" charset="2"/>
              </a:rPr>
              <a:t> Spiking Convolutional Transformer</a:t>
            </a:r>
          </a:p>
          <a:p>
            <a:pPr lvl="2"/>
            <a:r>
              <a:rPr lang="en-US" dirty="0">
                <a:ea typeface="+mn-lt"/>
                <a:cs typeface="+mn-lt"/>
                <a:sym typeface="Wingdings" pitchFamily="2" charset="2"/>
              </a:rPr>
              <a:t>Why: recent literature from 2024, reflects more cutting-edge method</a:t>
            </a:r>
          </a:p>
          <a:p>
            <a:pPr lvl="2"/>
            <a:r>
              <a:rPr lang="en-US" i="1" dirty="0">
                <a:ea typeface="+mn-lt"/>
                <a:cs typeface="+mn-lt"/>
                <a:sym typeface="Wingdings" pitchFamily="2" charset="2"/>
              </a:rPr>
              <a:t>We will discuss this later in the final submission.</a:t>
            </a:r>
            <a:endParaRPr lang="en-US" i="1" dirty="0"/>
          </a:p>
        </p:txBody>
      </p:sp>
      <p:pic>
        <p:nvPicPr>
          <p:cNvPr id="5" name="Picture 4">
            <a:extLst>
              <a:ext uri="{FF2B5EF4-FFF2-40B4-BE49-F238E27FC236}">
                <a16:creationId xmlns:a16="http://schemas.microsoft.com/office/drawing/2014/main" id="{D093D101-6FA7-258E-639D-40383ECF4616}"/>
              </a:ext>
            </a:extLst>
          </p:cNvPr>
          <p:cNvPicPr>
            <a:picLocks noChangeAspect="1"/>
          </p:cNvPicPr>
          <p:nvPr/>
        </p:nvPicPr>
        <p:blipFill>
          <a:blip r:embed="rId2"/>
          <a:stretch>
            <a:fillRect/>
          </a:stretch>
        </p:blipFill>
        <p:spPr>
          <a:xfrm>
            <a:off x="1949170" y="3448787"/>
            <a:ext cx="7772400" cy="3111909"/>
          </a:xfrm>
          <a:prstGeom prst="rect">
            <a:avLst/>
          </a:prstGeom>
        </p:spPr>
      </p:pic>
    </p:spTree>
    <p:extLst>
      <p:ext uri="{BB962C8B-B14F-4D97-AF65-F5344CB8AC3E}">
        <p14:creationId xmlns:p14="http://schemas.microsoft.com/office/powerpoint/2010/main" val="32067713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BB29C28C-A96F-77AF-C659-09438D1FF19A}"/>
              </a:ext>
            </a:extLst>
          </p:cNvPr>
          <p:cNvSpPr>
            <a:spLocks noGrp="1"/>
          </p:cNvSpPr>
          <p:nvPr>
            <p:ph type="title"/>
          </p:nvPr>
        </p:nvSpPr>
        <p:spPr>
          <a:xfrm>
            <a:off x="223104" y="0"/>
            <a:ext cx="10515600" cy="1325563"/>
          </a:xfrm>
        </p:spPr>
        <p:txBody>
          <a:bodyPr/>
          <a:lstStyle/>
          <a:p>
            <a:r>
              <a:rPr lang="en-US" dirty="0"/>
              <a:t>CNN Methodology Overview</a:t>
            </a:r>
          </a:p>
        </p:txBody>
      </p:sp>
      <p:pic>
        <p:nvPicPr>
          <p:cNvPr id="4" name="Picture 3" descr="A diagram of a computer program&#10;&#10;AI-generated content may be incorrect.">
            <a:extLst>
              <a:ext uri="{FF2B5EF4-FFF2-40B4-BE49-F238E27FC236}">
                <a16:creationId xmlns:a16="http://schemas.microsoft.com/office/drawing/2014/main" id="{16BF2CBD-9212-C0FE-899F-4385F9CB363B}"/>
              </a:ext>
            </a:extLst>
          </p:cNvPr>
          <p:cNvPicPr>
            <a:picLocks noChangeAspect="1"/>
          </p:cNvPicPr>
          <p:nvPr/>
        </p:nvPicPr>
        <p:blipFill>
          <a:blip r:embed="rId2"/>
          <a:stretch>
            <a:fillRect/>
          </a:stretch>
        </p:blipFill>
        <p:spPr>
          <a:xfrm>
            <a:off x="1803083" y="2275300"/>
            <a:ext cx="9047480" cy="4052428"/>
          </a:xfrm>
          <a:prstGeom prst="rect">
            <a:avLst/>
          </a:prstGeom>
        </p:spPr>
      </p:pic>
      <p:sp>
        <p:nvSpPr>
          <p:cNvPr id="5" name="TextBox 4">
            <a:extLst>
              <a:ext uri="{FF2B5EF4-FFF2-40B4-BE49-F238E27FC236}">
                <a16:creationId xmlns:a16="http://schemas.microsoft.com/office/drawing/2014/main" id="{6EA17400-C680-8583-2D68-D65FB4ED4FA7}"/>
              </a:ext>
            </a:extLst>
          </p:cNvPr>
          <p:cNvSpPr txBox="1"/>
          <p:nvPr/>
        </p:nvSpPr>
        <p:spPr>
          <a:xfrm>
            <a:off x="646843" y="1211786"/>
            <a:ext cx="10898313" cy="1477328"/>
          </a:xfrm>
          <a:prstGeom prst="rect">
            <a:avLst/>
          </a:prstGeom>
          <a:noFill/>
        </p:spPr>
        <p:txBody>
          <a:bodyPr wrap="square" lIns="91440" tIns="45720" rIns="91440" bIns="45720" rtlCol="0" anchor="t">
            <a:spAutoFit/>
          </a:bodyPr>
          <a:lstStyle/>
          <a:p>
            <a:pPr marL="457200" indent="-457200">
              <a:buFont typeface="Arial" panose="020B0604020202020204" pitchFamily="34" charset="0"/>
              <a:buChar char="•"/>
            </a:pPr>
            <a:r>
              <a:rPr lang="en-US" sz="3000" dirty="0"/>
              <a:t>CNN is a simple baseline to help us see difference in data splits (patient, seizure, window)</a:t>
            </a:r>
          </a:p>
          <a:p>
            <a:pPr marL="457200" indent="-457200">
              <a:buFont typeface="Arial" panose="020B0604020202020204" pitchFamily="34" charset="0"/>
              <a:buChar char="•"/>
            </a:pPr>
            <a:endParaRPr lang="en-US" sz="3000" dirty="0"/>
          </a:p>
        </p:txBody>
      </p:sp>
    </p:spTree>
    <p:extLst>
      <p:ext uri="{BB962C8B-B14F-4D97-AF65-F5344CB8AC3E}">
        <p14:creationId xmlns:p14="http://schemas.microsoft.com/office/powerpoint/2010/main" val="26341109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12D7882F-E38D-55D3-208A-6435749327CE}"/>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33251C04-4FD7-D89A-3B80-9B50811B8964}"/>
              </a:ext>
            </a:extLst>
          </p:cNvPr>
          <p:cNvSpPr>
            <a:spLocks noGrp="1"/>
          </p:cNvSpPr>
          <p:nvPr>
            <p:ph type="title"/>
          </p:nvPr>
        </p:nvSpPr>
        <p:spPr>
          <a:xfrm>
            <a:off x="223104" y="0"/>
            <a:ext cx="10515600" cy="1325563"/>
          </a:xfrm>
        </p:spPr>
        <p:txBody>
          <a:bodyPr/>
          <a:lstStyle/>
          <a:p>
            <a:r>
              <a:rPr lang="en-US" dirty="0"/>
              <a:t>LSTM Methodology Overview</a:t>
            </a:r>
          </a:p>
        </p:txBody>
      </p:sp>
    </p:spTree>
    <p:extLst>
      <p:ext uri="{BB962C8B-B14F-4D97-AF65-F5344CB8AC3E}">
        <p14:creationId xmlns:p14="http://schemas.microsoft.com/office/powerpoint/2010/main" val="20771602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8F7927C-1793-BE87-48EB-73E8FA9DCC0F}"/>
            </a:ext>
          </a:extLst>
        </p:cNvPr>
        <p:cNvGrpSpPr/>
        <p:nvPr/>
      </p:nvGrpSpPr>
      <p:grpSpPr>
        <a:xfrm>
          <a:off x="0" y="0"/>
          <a:ext cx="0" cy="0"/>
          <a:chOff x="0" y="0"/>
          <a:chExt cx="0" cy="0"/>
        </a:xfrm>
      </p:grpSpPr>
      <p:sp useBgFill="1">
        <p:nvSpPr>
          <p:cNvPr id="2074" name="Rectangle 2073">
            <a:extLst>
              <a:ext uri="{FF2B5EF4-FFF2-40B4-BE49-F238E27FC236}">
                <a16:creationId xmlns:a16="http://schemas.microsoft.com/office/drawing/2014/main" id="{99ED5833-B85B-4103-8A3B-CAB0308E6C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E57B110-D5D4-F42D-4362-9F13761A2AC9}"/>
              </a:ext>
            </a:extLst>
          </p:cNvPr>
          <p:cNvSpPr>
            <a:spLocks noGrp="1"/>
          </p:cNvSpPr>
          <p:nvPr>
            <p:ph type="title"/>
          </p:nvPr>
        </p:nvSpPr>
        <p:spPr>
          <a:xfrm>
            <a:off x="282256" y="-16373"/>
            <a:ext cx="9795638" cy="1114380"/>
          </a:xfrm>
        </p:spPr>
        <p:txBody>
          <a:bodyPr vert="horz" lIns="91440" tIns="45720" rIns="91440" bIns="45720" rtlCol="0" anchor="b">
            <a:normAutofit/>
          </a:bodyPr>
          <a:lstStyle/>
          <a:p>
            <a:r>
              <a:rPr lang="en-US" sz="5200" dirty="0"/>
              <a:t>CNN Steps</a:t>
            </a:r>
          </a:p>
        </p:txBody>
      </p:sp>
      <p:sp>
        <p:nvSpPr>
          <p:cNvPr id="9" name="TextBox 8">
            <a:extLst>
              <a:ext uri="{FF2B5EF4-FFF2-40B4-BE49-F238E27FC236}">
                <a16:creationId xmlns:a16="http://schemas.microsoft.com/office/drawing/2014/main" id="{F37D45D0-81CB-7E09-4D17-7E26DC899661}"/>
              </a:ext>
            </a:extLst>
          </p:cNvPr>
          <p:cNvSpPr txBox="1"/>
          <p:nvPr/>
        </p:nvSpPr>
        <p:spPr>
          <a:xfrm>
            <a:off x="561022" y="1114380"/>
            <a:ext cx="11066906" cy="5863144"/>
          </a:xfrm>
          <a:prstGeom prst="rect">
            <a:avLst/>
          </a:prstGeom>
          <a:noFill/>
        </p:spPr>
        <p:txBody>
          <a:bodyPr wrap="square" lIns="91440" tIns="45720" rIns="91440" bIns="45720" rtlCol="0" anchor="t">
            <a:spAutoFit/>
          </a:bodyPr>
          <a:lstStyle/>
          <a:p>
            <a:pPr marL="457200" indent="-457200">
              <a:buFont typeface="Arial" panose="020B0604020202020204" pitchFamily="34" charset="0"/>
              <a:buChar char="•"/>
            </a:pPr>
            <a:r>
              <a:rPr lang="en-US" sz="2500" b="1" dirty="0"/>
              <a:t>Step 1: Pre-process </a:t>
            </a:r>
          </a:p>
          <a:p>
            <a:pPr marL="914400" lvl="1" indent="-457200">
              <a:buFont typeface="Arial" panose="020B0604020202020204" pitchFamily="34" charset="0"/>
              <a:buChar char="•"/>
            </a:pPr>
            <a:r>
              <a:rPr lang="en-US" sz="2500" dirty="0"/>
              <a:t>Z-score normalization: dynamically per fold rather than globally (avoids leakage)</a:t>
            </a:r>
          </a:p>
          <a:p>
            <a:pPr marL="914400" lvl="1" indent="-457200">
              <a:buFont typeface="Arial" panose="020B0604020202020204" pitchFamily="34" charset="0"/>
              <a:buChar char="•"/>
            </a:pPr>
            <a:r>
              <a:rPr lang="en-US" sz="2500" dirty="0"/>
              <a:t>Class balancing for both train and test </a:t>
            </a:r>
          </a:p>
          <a:p>
            <a:pPr marL="914400" lvl="1" indent="-457200">
              <a:buFont typeface="Arial" panose="020B0604020202020204" pitchFamily="34" charset="0"/>
              <a:buChar char="•"/>
            </a:pPr>
            <a:endParaRPr lang="en-US" sz="2500" dirty="0"/>
          </a:p>
          <a:p>
            <a:pPr marL="457200" indent="-457200">
              <a:buFont typeface="Arial" panose="020B0604020202020204" pitchFamily="34" charset="0"/>
              <a:buChar char="•"/>
            </a:pPr>
            <a:r>
              <a:rPr lang="en-US" sz="2500" b="1" dirty="0"/>
              <a:t>Step 2: Training	</a:t>
            </a:r>
          </a:p>
          <a:p>
            <a:pPr marL="914400" lvl="1" indent="-457200">
              <a:buFont typeface="Arial" panose="020B0604020202020204" pitchFamily="34" charset="0"/>
              <a:buChar char="•"/>
            </a:pPr>
            <a:r>
              <a:rPr lang="en-US" sz="2500" dirty="0"/>
              <a:t>Conv1d: “early channel fusion” – looks 1-dimensionally at all 21 EEG electrodes simultaneously</a:t>
            </a:r>
          </a:p>
          <a:p>
            <a:pPr marL="914400" lvl="1" indent="-457200">
              <a:buFont typeface="Arial" panose="020B0604020202020204" pitchFamily="34" charset="0"/>
              <a:buChar char="•"/>
            </a:pPr>
            <a:r>
              <a:rPr lang="en-US" sz="2500" dirty="0"/>
              <a:t>2 training modes (50-50 Balanced vs. 80-20 Unbalanced) </a:t>
            </a:r>
          </a:p>
          <a:p>
            <a:pPr marL="914400" lvl="1" indent="-457200">
              <a:buFont typeface="Arial" panose="020B0604020202020204" pitchFamily="34" charset="0"/>
              <a:buChar char="•"/>
            </a:pPr>
            <a:r>
              <a:rPr lang="en-US" sz="2500" dirty="0"/>
              <a:t>Split data over 10 shards due to size</a:t>
            </a:r>
          </a:p>
          <a:p>
            <a:pPr lvl="1"/>
            <a:endParaRPr lang="en-US" sz="2500" dirty="0"/>
          </a:p>
          <a:p>
            <a:pPr marL="457200" indent="-457200">
              <a:buFont typeface="Arial" panose="020B0604020202020204" pitchFamily="34" charset="0"/>
              <a:buChar char="•"/>
            </a:pPr>
            <a:r>
              <a:rPr lang="en-US" sz="2500" b="1" dirty="0"/>
              <a:t>Step 3: Classification (window, seizure, patient)</a:t>
            </a:r>
          </a:p>
          <a:p>
            <a:pPr marL="914400" lvl="1" indent="-457200">
              <a:buFont typeface="Arial" panose="020B0604020202020204" pitchFamily="34" charset="0"/>
              <a:buChar char="•"/>
            </a:pPr>
            <a:r>
              <a:rPr lang="en-US" sz="2500" dirty="0"/>
              <a:t>Test with both balanced and unbalanced sets</a:t>
            </a:r>
          </a:p>
          <a:p>
            <a:pPr marL="457200" indent="-457200">
              <a:buFont typeface="Arial" panose="020B0604020202020204" pitchFamily="34" charset="0"/>
              <a:buChar char="•"/>
            </a:pPr>
            <a:endParaRPr lang="en-US" sz="2500" dirty="0"/>
          </a:p>
          <a:p>
            <a:pPr marL="457200" indent="-457200">
              <a:buFont typeface="Arial" panose="020B0604020202020204" pitchFamily="34" charset="0"/>
              <a:buChar char="•"/>
            </a:pPr>
            <a:endParaRPr lang="en-US" sz="2500" dirty="0"/>
          </a:p>
        </p:txBody>
      </p:sp>
    </p:spTree>
    <p:extLst>
      <p:ext uri="{BB962C8B-B14F-4D97-AF65-F5344CB8AC3E}">
        <p14:creationId xmlns:p14="http://schemas.microsoft.com/office/powerpoint/2010/main" val="21209605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BB47EFB-DE2C-42CD-53D7-97F8025BCA5C}"/>
            </a:ext>
          </a:extLst>
        </p:cNvPr>
        <p:cNvGrpSpPr/>
        <p:nvPr/>
      </p:nvGrpSpPr>
      <p:grpSpPr>
        <a:xfrm>
          <a:off x="0" y="0"/>
          <a:ext cx="0" cy="0"/>
          <a:chOff x="0" y="0"/>
          <a:chExt cx="0" cy="0"/>
        </a:xfrm>
      </p:grpSpPr>
      <p:sp useBgFill="1">
        <p:nvSpPr>
          <p:cNvPr id="2074" name="Rectangle 2073">
            <a:extLst>
              <a:ext uri="{FF2B5EF4-FFF2-40B4-BE49-F238E27FC236}">
                <a16:creationId xmlns:a16="http://schemas.microsoft.com/office/drawing/2014/main" id="{42558A07-D6F3-4FA4-2448-C6503BAD6E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53C7165-D489-5A46-B643-5518BA348781}"/>
              </a:ext>
            </a:extLst>
          </p:cNvPr>
          <p:cNvSpPr>
            <a:spLocks noGrp="1"/>
          </p:cNvSpPr>
          <p:nvPr>
            <p:ph type="title"/>
          </p:nvPr>
        </p:nvSpPr>
        <p:spPr>
          <a:xfrm>
            <a:off x="28575" y="-252099"/>
            <a:ext cx="9795638" cy="1114380"/>
          </a:xfrm>
        </p:spPr>
        <p:txBody>
          <a:bodyPr vert="horz" lIns="91440" tIns="45720" rIns="91440" bIns="45720" rtlCol="0" anchor="b">
            <a:normAutofit/>
          </a:bodyPr>
          <a:lstStyle/>
          <a:p>
            <a:r>
              <a:rPr lang="en-US" sz="5200" dirty="0"/>
              <a:t>Experimental Design</a:t>
            </a:r>
          </a:p>
        </p:txBody>
      </p:sp>
      <p:sp>
        <p:nvSpPr>
          <p:cNvPr id="9" name="TextBox 8">
            <a:extLst>
              <a:ext uri="{FF2B5EF4-FFF2-40B4-BE49-F238E27FC236}">
                <a16:creationId xmlns:a16="http://schemas.microsoft.com/office/drawing/2014/main" id="{4853E6AE-7496-D488-61CE-7B6ED6227727}"/>
              </a:ext>
            </a:extLst>
          </p:cNvPr>
          <p:cNvSpPr txBox="1"/>
          <p:nvPr/>
        </p:nvSpPr>
        <p:spPr>
          <a:xfrm>
            <a:off x="220219" y="733692"/>
            <a:ext cx="11066906" cy="3785652"/>
          </a:xfrm>
          <a:prstGeom prst="rect">
            <a:avLst/>
          </a:prstGeom>
          <a:noFill/>
        </p:spPr>
        <p:txBody>
          <a:bodyPr wrap="square" lIns="91440" tIns="45720" rIns="91440" bIns="45720" rtlCol="0" anchor="t">
            <a:spAutoFit/>
          </a:bodyPr>
          <a:lstStyle/>
          <a:p>
            <a:pPr marL="457200" indent="-457200">
              <a:buFont typeface="Arial" panose="020B0604020202020204" pitchFamily="34" charset="0"/>
              <a:buChar char="•"/>
            </a:pPr>
            <a:r>
              <a:rPr lang="en-US" sz="3000" dirty="0"/>
              <a:t>Dataset is </a:t>
            </a:r>
            <a:r>
              <a:rPr lang="en-US" sz="3000" b="1" dirty="0"/>
              <a:t>very</a:t>
            </a:r>
            <a:r>
              <a:rPr lang="en-US" sz="3000" dirty="0"/>
              <a:t> unbalanced (~85% normal vs. 15% seizure) </a:t>
            </a:r>
          </a:p>
          <a:p>
            <a:pPr marL="457200" indent="-457200">
              <a:buFont typeface="Arial" panose="020B0604020202020204" pitchFamily="34" charset="0"/>
              <a:buChar char="•"/>
            </a:pPr>
            <a:r>
              <a:rPr lang="en-US" sz="3000" dirty="0"/>
              <a:t>3 × 2 × 2 design for different stress testing of CNN performance</a:t>
            </a:r>
          </a:p>
          <a:p>
            <a:pPr marL="914400" lvl="1" indent="-457200">
              <a:buFont typeface="Arial" panose="020B0604020202020204" pitchFamily="34" charset="0"/>
              <a:buChar char="•"/>
            </a:pPr>
            <a:r>
              <a:rPr lang="en-US" sz="3000" dirty="0"/>
              <a:t>3 data splits (Window vs. Seizure vs. Patient)</a:t>
            </a:r>
          </a:p>
          <a:p>
            <a:pPr marL="914400" lvl="1" indent="-457200">
              <a:buFont typeface="Arial" panose="020B0604020202020204" pitchFamily="34" charset="0"/>
              <a:buChar char="•"/>
            </a:pPr>
            <a:r>
              <a:rPr lang="en-US" sz="3000" dirty="0"/>
              <a:t>2 training modes (50-50 Balanced vs. 80-20 Unbalanced) </a:t>
            </a:r>
          </a:p>
          <a:p>
            <a:pPr marL="914400" lvl="1" indent="-457200">
              <a:buFont typeface="Arial" panose="020B0604020202020204" pitchFamily="34" charset="0"/>
              <a:buChar char="•"/>
            </a:pPr>
            <a:r>
              <a:rPr lang="en-US" sz="3000" dirty="0"/>
              <a:t>2 testing modes (50-50 Balanced vs. 80-20 Unbalanced)</a:t>
            </a:r>
          </a:p>
          <a:p>
            <a:pPr lvl="1"/>
            <a:endParaRPr lang="en-US" sz="3000" dirty="0"/>
          </a:p>
          <a:p>
            <a:pPr marL="457200" indent="-457200">
              <a:buFont typeface="Arial" panose="020B0604020202020204" pitchFamily="34" charset="0"/>
              <a:buChar char="•"/>
            </a:pPr>
            <a:endParaRPr lang="en-US" sz="3000" dirty="0"/>
          </a:p>
          <a:p>
            <a:pPr marL="457200" indent="-457200">
              <a:buFont typeface="Arial" panose="020B0604020202020204" pitchFamily="34" charset="0"/>
              <a:buChar char="•"/>
            </a:pPr>
            <a:endParaRPr lang="en-US" sz="3000" dirty="0"/>
          </a:p>
        </p:txBody>
      </p:sp>
      <p:pic>
        <p:nvPicPr>
          <p:cNvPr id="3" name="Picture 2" descr="A diagram of a train&#10;&#10;AI-generated content may be incorrect.">
            <a:extLst>
              <a:ext uri="{FF2B5EF4-FFF2-40B4-BE49-F238E27FC236}">
                <a16:creationId xmlns:a16="http://schemas.microsoft.com/office/drawing/2014/main" id="{69E516BE-305B-69F1-353E-2CDE850F4018}"/>
              </a:ext>
            </a:extLst>
          </p:cNvPr>
          <p:cNvPicPr>
            <a:picLocks noChangeAspect="1"/>
          </p:cNvPicPr>
          <p:nvPr/>
        </p:nvPicPr>
        <p:blipFill>
          <a:blip r:embed="rId2"/>
          <a:stretch>
            <a:fillRect/>
          </a:stretch>
        </p:blipFill>
        <p:spPr>
          <a:xfrm>
            <a:off x="2490184" y="3114691"/>
            <a:ext cx="7208582" cy="3743309"/>
          </a:xfrm>
          <a:prstGeom prst="rect">
            <a:avLst/>
          </a:prstGeom>
        </p:spPr>
      </p:pic>
    </p:spTree>
    <p:extLst>
      <p:ext uri="{BB962C8B-B14F-4D97-AF65-F5344CB8AC3E}">
        <p14:creationId xmlns:p14="http://schemas.microsoft.com/office/powerpoint/2010/main" val="33946016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351E7BC-B0F2-C3A8-63E2-FBCF0434360E}"/>
            </a:ext>
          </a:extLst>
        </p:cNvPr>
        <p:cNvGrpSpPr/>
        <p:nvPr/>
      </p:nvGrpSpPr>
      <p:grpSpPr>
        <a:xfrm>
          <a:off x="0" y="0"/>
          <a:ext cx="0" cy="0"/>
          <a:chOff x="0" y="0"/>
          <a:chExt cx="0" cy="0"/>
        </a:xfrm>
      </p:grpSpPr>
      <p:pic>
        <p:nvPicPr>
          <p:cNvPr id="3" name="Picture 2" descr="A graph of a person and person&#10;&#10;AI-generated content may be incorrect.">
            <a:extLst>
              <a:ext uri="{FF2B5EF4-FFF2-40B4-BE49-F238E27FC236}">
                <a16:creationId xmlns:a16="http://schemas.microsoft.com/office/drawing/2014/main" id="{12963C76-D579-ED1C-E29D-CA93EDF485E0}"/>
              </a:ext>
            </a:extLst>
          </p:cNvPr>
          <p:cNvPicPr>
            <a:picLocks noChangeAspect="1"/>
          </p:cNvPicPr>
          <p:nvPr/>
        </p:nvPicPr>
        <p:blipFill>
          <a:blip r:embed="rId2"/>
          <a:stretch>
            <a:fillRect/>
          </a:stretch>
        </p:blipFill>
        <p:spPr>
          <a:xfrm>
            <a:off x="295044" y="698141"/>
            <a:ext cx="7394823" cy="2982913"/>
          </a:xfrm>
          <a:prstGeom prst="rect">
            <a:avLst/>
          </a:prstGeom>
        </p:spPr>
      </p:pic>
      <p:pic>
        <p:nvPicPr>
          <p:cNvPr id="4" name="Picture 3" descr="A screenshot of a graph&#10;&#10;AI-generated content may be incorrect.">
            <a:extLst>
              <a:ext uri="{FF2B5EF4-FFF2-40B4-BE49-F238E27FC236}">
                <a16:creationId xmlns:a16="http://schemas.microsoft.com/office/drawing/2014/main" id="{B5A393D9-3AE4-E496-CA9F-E0A5A8BA966C}"/>
              </a:ext>
            </a:extLst>
          </p:cNvPr>
          <p:cNvPicPr>
            <a:picLocks noChangeAspect="1"/>
          </p:cNvPicPr>
          <p:nvPr/>
        </p:nvPicPr>
        <p:blipFill>
          <a:blip r:embed="rId3"/>
          <a:stretch>
            <a:fillRect/>
          </a:stretch>
        </p:blipFill>
        <p:spPr>
          <a:xfrm>
            <a:off x="4762933" y="3429000"/>
            <a:ext cx="7262812" cy="3304306"/>
          </a:xfrm>
          <a:prstGeom prst="rect">
            <a:avLst/>
          </a:prstGeom>
        </p:spPr>
      </p:pic>
      <p:sp>
        <p:nvSpPr>
          <p:cNvPr id="2" name="Title 1">
            <a:extLst>
              <a:ext uri="{FF2B5EF4-FFF2-40B4-BE49-F238E27FC236}">
                <a16:creationId xmlns:a16="http://schemas.microsoft.com/office/drawing/2014/main" id="{7DD79E17-236A-6E63-F8FF-C80AD64F69E0}"/>
              </a:ext>
            </a:extLst>
          </p:cNvPr>
          <p:cNvSpPr>
            <a:spLocks noGrp="1"/>
          </p:cNvSpPr>
          <p:nvPr>
            <p:ph type="title"/>
          </p:nvPr>
        </p:nvSpPr>
        <p:spPr>
          <a:xfrm>
            <a:off x="145415" y="-157162"/>
            <a:ext cx="10515600" cy="1325563"/>
          </a:xfrm>
        </p:spPr>
        <p:txBody>
          <a:bodyPr>
            <a:normAutofit/>
          </a:bodyPr>
          <a:lstStyle/>
          <a:p>
            <a:r>
              <a:rPr lang="en-US" sz="4000" dirty="0"/>
              <a:t>Results: Understanding Training Process</a:t>
            </a:r>
          </a:p>
        </p:txBody>
      </p:sp>
    </p:spTree>
    <p:extLst>
      <p:ext uri="{BB962C8B-B14F-4D97-AF65-F5344CB8AC3E}">
        <p14:creationId xmlns:p14="http://schemas.microsoft.com/office/powerpoint/2010/main" val="7866011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2E1568-1ADF-E14C-5869-6889CFE44164}"/>
              </a:ext>
            </a:extLst>
          </p:cNvPr>
          <p:cNvSpPr>
            <a:spLocks noGrp="1"/>
          </p:cNvSpPr>
          <p:nvPr>
            <p:ph type="title"/>
          </p:nvPr>
        </p:nvSpPr>
        <p:spPr>
          <a:xfrm>
            <a:off x="331152" y="0"/>
            <a:ext cx="10515600" cy="1325563"/>
          </a:xfrm>
        </p:spPr>
        <p:txBody>
          <a:bodyPr/>
          <a:lstStyle/>
          <a:p>
            <a:r>
              <a:rPr lang="en-US" dirty="0"/>
              <a:t>F1 Scores – 3 × 2 × 2 Scenario Comparison</a:t>
            </a:r>
          </a:p>
        </p:txBody>
      </p:sp>
      <p:pic>
        <p:nvPicPr>
          <p:cNvPr id="12" name="Picture 11" descr="A graph of different colored bars&#10;&#10;AI-generated content may be incorrect.">
            <a:extLst>
              <a:ext uri="{FF2B5EF4-FFF2-40B4-BE49-F238E27FC236}">
                <a16:creationId xmlns:a16="http://schemas.microsoft.com/office/drawing/2014/main" id="{ACB8BB64-728C-51D8-F705-6F15774D8C65}"/>
              </a:ext>
            </a:extLst>
          </p:cNvPr>
          <p:cNvPicPr>
            <a:picLocks noChangeAspect="1"/>
          </p:cNvPicPr>
          <p:nvPr/>
        </p:nvPicPr>
        <p:blipFill>
          <a:blip r:embed="rId3"/>
          <a:stretch>
            <a:fillRect/>
          </a:stretch>
        </p:blipFill>
        <p:spPr>
          <a:xfrm>
            <a:off x="331152" y="1054101"/>
            <a:ext cx="11630974" cy="4986657"/>
          </a:xfrm>
          <a:prstGeom prst="rect">
            <a:avLst/>
          </a:prstGeom>
        </p:spPr>
      </p:pic>
    </p:spTree>
    <p:extLst>
      <p:ext uri="{BB962C8B-B14F-4D97-AF65-F5344CB8AC3E}">
        <p14:creationId xmlns:p14="http://schemas.microsoft.com/office/powerpoint/2010/main" val="22382649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717D66-4AC0-ED9B-0F84-A29E0598D3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45C7BF-4B36-64E7-61F8-C10ABBE94294}"/>
              </a:ext>
            </a:extLst>
          </p:cNvPr>
          <p:cNvSpPr>
            <a:spLocks noGrp="1"/>
          </p:cNvSpPr>
          <p:nvPr>
            <p:ph type="title"/>
          </p:nvPr>
        </p:nvSpPr>
        <p:spPr>
          <a:xfrm>
            <a:off x="0" y="-319087"/>
            <a:ext cx="12065000" cy="1325563"/>
          </a:xfrm>
        </p:spPr>
        <p:txBody>
          <a:bodyPr/>
          <a:lstStyle/>
          <a:p>
            <a:r>
              <a:rPr lang="en-US" dirty="0"/>
              <a:t>F1 and ROC AUC: Key Insights</a:t>
            </a:r>
          </a:p>
        </p:txBody>
      </p:sp>
      <p:sp>
        <p:nvSpPr>
          <p:cNvPr id="4" name="TextBox 3">
            <a:extLst>
              <a:ext uri="{FF2B5EF4-FFF2-40B4-BE49-F238E27FC236}">
                <a16:creationId xmlns:a16="http://schemas.microsoft.com/office/drawing/2014/main" id="{6497745E-5C55-AA8E-7E2D-7FC11C596E3F}"/>
              </a:ext>
            </a:extLst>
          </p:cNvPr>
          <p:cNvSpPr txBox="1"/>
          <p:nvPr/>
        </p:nvSpPr>
        <p:spPr>
          <a:xfrm>
            <a:off x="499047" y="4114970"/>
            <a:ext cx="11066906" cy="2862322"/>
          </a:xfrm>
          <a:prstGeom prst="rect">
            <a:avLst/>
          </a:prstGeom>
          <a:noFill/>
        </p:spPr>
        <p:txBody>
          <a:bodyPr wrap="square" lIns="91440" tIns="45720" rIns="91440" bIns="45720" rtlCol="0" anchor="t">
            <a:spAutoFit/>
          </a:bodyPr>
          <a:lstStyle/>
          <a:p>
            <a:r>
              <a:rPr lang="en-US" sz="2000" b="1" dirty="0"/>
              <a:t>Surprising:</a:t>
            </a:r>
          </a:p>
          <a:p>
            <a:pPr marL="342900" indent="-342900">
              <a:buFont typeface="Arial" panose="020B0604020202020204" pitchFamily="34" charset="0"/>
              <a:buChar char="•"/>
            </a:pPr>
            <a:r>
              <a:rPr lang="en-US" sz="2000" dirty="0"/>
              <a:t>Training with balanced classes slightly worse than training on unbalancing!</a:t>
            </a:r>
          </a:p>
          <a:p>
            <a:endParaRPr lang="en-US" sz="2000" b="1" dirty="0"/>
          </a:p>
          <a:p>
            <a:r>
              <a:rPr lang="en-US" sz="2000" b="1" dirty="0"/>
              <a:t>Expected:</a:t>
            </a:r>
          </a:p>
          <a:p>
            <a:pPr marL="342900" indent="-342900">
              <a:buFont typeface="Arial" panose="020B0604020202020204" pitchFamily="34" charset="0"/>
              <a:buChar char="•"/>
            </a:pPr>
            <a:r>
              <a:rPr lang="en-US" sz="2000" dirty="0"/>
              <a:t>Window split – highest scores due to leakage of 80% overlap</a:t>
            </a:r>
          </a:p>
          <a:p>
            <a:pPr marL="342900" indent="-342900">
              <a:buFont typeface="Arial" panose="020B0604020202020204" pitchFamily="34" charset="0"/>
              <a:buChar char="•"/>
            </a:pPr>
            <a:r>
              <a:rPr lang="en-US" sz="2000" dirty="0"/>
              <a:t>For the same training mode: ROC AUC stays stable across unbalanced vs balanced test, but F1 score drops on unbalanced  test (this is expected)</a:t>
            </a:r>
          </a:p>
          <a:p>
            <a:pPr marL="457200" indent="-457200">
              <a:buFont typeface="Arial" panose="020B0604020202020204" pitchFamily="34" charset="0"/>
              <a:buChar char="•"/>
            </a:pPr>
            <a:endParaRPr lang="en-US" sz="2000" dirty="0"/>
          </a:p>
          <a:p>
            <a:pPr marL="457200" indent="-457200">
              <a:buFont typeface="Arial" panose="020B0604020202020204" pitchFamily="34" charset="0"/>
              <a:buChar char="•"/>
            </a:pPr>
            <a:endParaRPr lang="en-US" sz="2000" dirty="0"/>
          </a:p>
        </p:txBody>
      </p:sp>
      <p:grpSp>
        <p:nvGrpSpPr>
          <p:cNvPr id="10" name="Group 9">
            <a:extLst>
              <a:ext uri="{FF2B5EF4-FFF2-40B4-BE49-F238E27FC236}">
                <a16:creationId xmlns:a16="http://schemas.microsoft.com/office/drawing/2014/main" id="{B40F1D3D-E845-48C1-8BFB-63A63D661394}"/>
              </a:ext>
            </a:extLst>
          </p:cNvPr>
          <p:cNvGrpSpPr/>
          <p:nvPr/>
        </p:nvGrpSpPr>
        <p:grpSpPr>
          <a:xfrm>
            <a:off x="565265" y="573605"/>
            <a:ext cx="10738765" cy="3451205"/>
            <a:chOff x="389206" y="703897"/>
            <a:chExt cx="11413588" cy="3668078"/>
          </a:xfrm>
        </p:grpSpPr>
        <p:pic>
          <p:nvPicPr>
            <p:cNvPr id="3" name="Picture 2" descr="A screenshot of a computer&#10;&#10;AI-generated content may be incorrect.">
              <a:extLst>
                <a:ext uri="{FF2B5EF4-FFF2-40B4-BE49-F238E27FC236}">
                  <a16:creationId xmlns:a16="http://schemas.microsoft.com/office/drawing/2014/main" id="{A94405FF-2921-E9B6-D03B-7318034A32E9}"/>
                </a:ext>
              </a:extLst>
            </p:cNvPr>
            <p:cNvPicPr>
              <a:picLocks noChangeAspect="1"/>
            </p:cNvPicPr>
            <p:nvPr/>
          </p:nvPicPr>
          <p:blipFill>
            <a:blip r:embed="rId3"/>
            <a:stretch>
              <a:fillRect/>
            </a:stretch>
          </p:blipFill>
          <p:spPr>
            <a:xfrm>
              <a:off x="389206" y="703897"/>
              <a:ext cx="11413588" cy="3668078"/>
            </a:xfrm>
            <a:prstGeom prst="rect">
              <a:avLst/>
            </a:prstGeom>
          </p:spPr>
        </p:pic>
        <p:sp>
          <p:nvSpPr>
            <p:cNvPr id="6" name="Rectangle 5">
              <a:extLst>
                <a:ext uri="{FF2B5EF4-FFF2-40B4-BE49-F238E27FC236}">
                  <a16:creationId xmlns:a16="http://schemas.microsoft.com/office/drawing/2014/main" id="{3286AE4C-3B9E-33FE-8FD4-6D11D80FB691}"/>
                </a:ext>
              </a:extLst>
            </p:cNvPr>
            <p:cNvSpPr/>
            <p:nvPr/>
          </p:nvSpPr>
          <p:spPr>
            <a:xfrm>
              <a:off x="389206" y="1828800"/>
              <a:ext cx="11413588" cy="315686"/>
            </a:xfrm>
            <a:prstGeom prst="rect">
              <a:avLst/>
            </a:prstGeom>
            <a:solidFill>
              <a:srgbClr val="FFFF00">
                <a:alpha val="32941"/>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7648CC76-B1CA-C47C-A333-8D37B46C0E50}"/>
                </a:ext>
              </a:extLst>
            </p:cNvPr>
            <p:cNvSpPr/>
            <p:nvPr/>
          </p:nvSpPr>
          <p:spPr>
            <a:xfrm>
              <a:off x="389206" y="1259795"/>
              <a:ext cx="11413588" cy="315686"/>
            </a:xfrm>
            <a:prstGeom prst="rect">
              <a:avLst/>
            </a:prstGeom>
            <a:solidFill>
              <a:srgbClr val="FFFF00">
                <a:alpha val="32941"/>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8075667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86CBA4EB-329F-BFCA-B92A-F441C529F2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0EBE99-24D5-9589-E51F-8AB318E64223}"/>
              </a:ext>
            </a:extLst>
          </p:cNvPr>
          <p:cNvSpPr>
            <a:spLocks noGrp="1"/>
          </p:cNvSpPr>
          <p:nvPr>
            <p:ph type="title"/>
          </p:nvPr>
        </p:nvSpPr>
        <p:spPr>
          <a:xfrm>
            <a:off x="331152" y="0"/>
            <a:ext cx="10515600" cy="1325563"/>
          </a:xfrm>
        </p:spPr>
        <p:txBody>
          <a:bodyPr/>
          <a:lstStyle/>
          <a:p>
            <a:r>
              <a:rPr lang="en-US" dirty="0"/>
              <a:t>ROC-AUC Scores – 3 × 2 × 2 Scenarios</a:t>
            </a:r>
          </a:p>
        </p:txBody>
      </p:sp>
      <p:pic>
        <p:nvPicPr>
          <p:cNvPr id="3" name="Picture 2" descr="A graph of different colored bars&#10;&#10;AI-generated content may be incorrect.">
            <a:extLst>
              <a:ext uri="{FF2B5EF4-FFF2-40B4-BE49-F238E27FC236}">
                <a16:creationId xmlns:a16="http://schemas.microsoft.com/office/drawing/2014/main" id="{B30F0460-C559-C112-4D0A-16547E261267}"/>
              </a:ext>
            </a:extLst>
          </p:cNvPr>
          <p:cNvPicPr>
            <a:picLocks noChangeAspect="1"/>
          </p:cNvPicPr>
          <p:nvPr/>
        </p:nvPicPr>
        <p:blipFill>
          <a:blip r:embed="rId3"/>
          <a:stretch>
            <a:fillRect/>
          </a:stretch>
        </p:blipFill>
        <p:spPr>
          <a:xfrm>
            <a:off x="156201" y="1121092"/>
            <a:ext cx="12035799" cy="5065396"/>
          </a:xfrm>
          <a:prstGeom prst="rect">
            <a:avLst/>
          </a:prstGeom>
        </p:spPr>
      </p:pic>
    </p:spTree>
    <p:extLst>
      <p:ext uri="{BB962C8B-B14F-4D97-AF65-F5344CB8AC3E}">
        <p14:creationId xmlns:p14="http://schemas.microsoft.com/office/powerpoint/2010/main" val="24601271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D39AA16-2F4F-F75E-1175-EFFFB8DBE6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BA0621-7D01-3D9C-9FBD-76124A0535FB}"/>
              </a:ext>
            </a:extLst>
          </p:cNvPr>
          <p:cNvSpPr>
            <a:spLocks noGrp="1"/>
          </p:cNvSpPr>
          <p:nvPr>
            <p:ph type="title"/>
          </p:nvPr>
        </p:nvSpPr>
        <p:spPr>
          <a:xfrm>
            <a:off x="0" y="-319087"/>
            <a:ext cx="12065000" cy="1325563"/>
          </a:xfrm>
        </p:spPr>
        <p:txBody>
          <a:bodyPr/>
          <a:lstStyle/>
          <a:p>
            <a:r>
              <a:rPr lang="en-US" dirty="0"/>
              <a:t>Confusion Matrices</a:t>
            </a:r>
          </a:p>
        </p:txBody>
      </p:sp>
      <p:pic>
        <p:nvPicPr>
          <p:cNvPr id="5" name="Picture 4">
            <a:extLst>
              <a:ext uri="{FF2B5EF4-FFF2-40B4-BE49-F238E27FC236}">
                <a16:creationId xmlns:a16="http://schemas.microsoft.com/office/drawing/2014/main" id="{569108FF-44E1-68AB-AAFB-BD969BF1DA4D}"/>
              </a:ext>
            </a:extLst>
          </p:cNvPr>
          <p:cNvPicPr>
            <a:picLocks noChangeAspect="1"/>
          </p:cNvPicPr>
          <p:nvPr/>
        </p:nvPicPr>
        <p:blipFill>
          <a:blip r:embed="rId3"/>
          <a:stretch>
            <a:fillRect/>
          </a:stretch>
        </p:blipFill>
        <p:spPr>
          <a:xfrm>
            <a:off x="890587" y="546572"/>
            <a:ext cx="10410825" cy="6152518"/>
          </a:xfrm>
          <a:prstGeom prst="rect">
            <a:avLst/>
          </a:prstGeom>
        </p:spPr>
      </p:pic>
    </p:spTree>
    <p:extLst>
      <p:ext uri="{BB962C8B-B14F-4D97-AF65-F5344CB8AC3E}">
        <p14:creationId xmlns:p14="http://schemas.microsoft.com/office/powerpoint/2010/main" val="12255103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103D429-0790-28FF-4D0E-FCFD54134165}"/>
              </a:ext>
            </a:extLst>
          </p:cNvPr>
          <p:cNvSpPr>
            <a:spLocks noGrp="1"/>
          </p:cNvSpPr>
          <p:nvPr>
            <p:ph type="title"/>
          </p:nvPr>
        </p:nvSpPr>
        <p:spPr>
          <a:xfrm>
            <a:off x="630936" y="640080"/>
            <a:ext cx="6791840" cy="1481328"/>
          </a:xfrm>
        </p:spPr>
        <p:txBody>
          <a:bodyPr anchor="b">
            <a:normAutofit fontScale="90000"/>
          </a:bodyPr>
          <a:lstStyle/>
          <a:p>
            <a:r>
              <a:rPr lang="en-GB" sz="5400"/>
              <a:t>Conclusion and Next Steps</a:t>
            </a:r>
          </a:p>
        </p:txBody>
      </p:sp>
      <p:sp>
        <p:nvSpPr>
          <p:cNvPr id="14"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0762040-9254-2FCA-5342-F274ECBFDDC1}"/>
              </a:ext>
            </a:extLst>
          </p:cNvPr>
          <p:cNvSpPr>
            <a:spLocks noGrp="1"/>
          </p:cNvSpPr>
          <p:nvPr>
            <p:ph idx="1"/>
          </p:nvPr>
        </p:nvSpPr>
        <p:spPr>
          <a:xfrm>
            <a:off x="630935" y="2660904"/>
            <a:ext cx="11156511" cy="3547872"/>
          </a:xfrm>
        </p:spPr>
        <p:txBody>
          <a:bodyPr vert="horz" lIns="91440" tIns="45720" rIns="91440" bIns="45720" rtlCol="0" anchor="t">
            <a:noAutofit/>
          </a:bodyPr>
          <a:lstStyle/>
          <a:p>
            <a:r>
              <a:rPr lang="es-ES" sz="2400" b="1" dirty="0" err="1">
                <a:ea typeface="+mn-lt"/>
                <a:cs typeface="+mn-lt"/>
              </a:rPr>
              <a:t>Importance</a:t>
            </a:r>
            <a:r>
              <a:rPr lang="es-ES" sz="2400" b="1" dirty="0">
                <a:ea typeface="+mn-lt"/>
                <a:cs typeface="+mn-lt"/>
              </a:rPr>
              <a:t> </a:t>
            </a:r>
            <a:r>
              <a:rPr lang="es-ES" sz="2400" b="1" dirty="0" err="1">
                <a:ea typeface="+mn-lt"/>
                <a:cs typeface="+mn-lt"/>
              </a:rPr>
              <a:t>of</a:t>
            </a:r>
            <a:r>
              <a:rPr lang="es-ES" sz="2400" b="1" dirty="0">
                <a:ea typeface="+mn-lt"/>
                <a:cs typeface="+mn-lt"/>
              </a:rPr>
              <a:t> data </a:t>
            </a:r>
            <a:r>
              <a:rPr lang="es-ES" sz="2400" b="1" dirty="0" err="1">
                <a:ea typeface="+mn-lt"/>
                <a:cs typeface="+mn-lt"/>
              </a:rPr>
              <a:t>splits</a:t>
            </a:r>
            <a:r>
              <a:rPr lang="es-ES" sz="2400" b="1" dirty="0">
                <a:ea typeface="+mn-lt"/>
                <a:cs typeface="+mn-lt"/>
              </a:rPr>
              <a:t>: </a:t>
            </a:r>
            <a:r>
              <a:rPr lang="es-ES" sz="2400" b="1" dirty="0" err="1">
                <a:ea typeface="+mn-lt"/>
                <a:cs typeface="+mn-lt"/>
              </a:rPr>
              <a:t>implications</a:t>
            </a:r>
            <a:r>
              <a:rPr lang="es-ES" sz="2400" b="1" dirty="0">
                <a:ea typeface="+mn-lt"/>
                <a:cs typeface="+mn-lt"/>
              </a:rPr>
              <a:t> </a:t>
            </a:r>
            <a:r>
              <a:rPr lang="es-ES" sz="2400" b="1" dirty="0" err="1">
                <a:ea typeface="+mn-lt"/>
                <a:cs typeface="+mn-lt"/>
              </a:rPr>
              <a:t>for</a:t>
            </a:r>
            <a:r>
              <a:rPr lang="es-ES" sz="2400" b="1" dirty="0">
                <a:ea typeface="+mn-lt"/>
                <a:cs typeface="+mn-lt"/>
              </a:rPr>
              <a:t> </a:t>
            </a:r>
            <a:r>
              <a:rPr lang="es-ES" sz="2400" b="1" dirty="0" err="1">
                <a:ea typeface="+mn-lt"/>
                <a:cs typeface="+mn-lt"/>
              </a:rPr>
              <a:t>generalizability</a:t>
            </a:r>
            <a:endParaRPr lang="es-ES" sz="2400" b="1" dirty="0">
              <a:ea typeface="+mn-lt"/>
              <a:cs typeface="+mn-lt"/>
            </a:endParaRPr>
          </a:p>
          <a:p>
            <a:pPr lvl="1"/>
            <a:r>
              <a:rPr lang="es-ES" b="1" dirty="0" err="1">
                <a:ea typeface="+mn-lt"/>
                <a:cs typeface="+mn-lt"/>
              </a:rPr>
              <a:t>Window-level</a:t>
            </a:r>
            <a:r>
              <a:rPr lang="es-ES" b="1" dirty="0">
                <a:ea typeface="+mn-lt"/>
                <a:cs typeface="+mn-lt"/>
              </a:rPr>
              <a:t>: </a:t>
            </a:r>
            <a:r>
              <a:rPr lang="es-ES" dirty="0">
                <a:ea typeface="+mn-lt"/>
                <a:cs typeface="+mn-lt"/>
              </a:rPr>
              <a:t>80% </a:t>
            </a:r>
            <a:r>
              <a:rPr lang="es-ES" dirty="0" err="1">
                <a:ea typeface="+mn-lt"/>
                <a:cs typeface="+mn-lt"/>
              </a:rPr>
              <a:t>overlap</a:t>
            </a:r>
            <a:r>
              <a:rPr lang="es-ES" dirty="0">
                <a:ea typeface="+mn-lt"/>
                <a:cs typeface="+mn-lt"/>
              </a:rPr>
              <a:t> = </a:t>
            </a:r>
            <a:r>
              <a:rPr lang="es-ES" dirty="0" err="1">
                <a:ea typeface="+mn-lt"/>
                <a:cs typeface="+mn-lt"/>
              </a:rPr>
              <a:t>falsely</a:t>
            </a:r>
            <a:r>
              <a:rPr lang="es-ES" dirty="0">
                <a:ea typeface="+mn-lt"/>
                <a:cs typeface="+mn-lt"/>
              </a:rPr>
              <a:t> </a:t>
            </a:r>
            <a:r>
              <a:rPr lang="es-ES" dirty="0" err="1">
                <a:ea typeface="+mn-lt"/>
                <a:cs typeface="+mn-lt"/>
              </a:rPr>
              <a:t>high</a:t>
            </a:r>
            <a:r>
              <a:rPr lang="es-ES" dirty="0">
                <a:ea typeface="+mn-lt"/>
                <a:cs typeface="+mn-lt"/>
              </a:rPr>
              <a:t> performance</a:t>
            </a:r>
          </a:p>
          <a:p>
            <a:pPr lvl="1"/>
            <a:r>
              <a:rPr lang="es-ES" b="1" dirty="0" err="1">
                <a:ea typeface="+mn-lt"/>
                <a:cs typeface="+mn-lt"/>
              </a:rPr>
              <a:t>Seizure-level</a:t>
            </a:r>
            <a:r>
              <a:rPr lang="es-ES" b="1" dirty="0">
                <a:ea typeface="+mn-lt"/>
                <a:cs typeface="+mn-lt"/>
              </a:rPr>
              <a:t>:</a:t>
            </a:r>
            <a:r>
              <a:rPr lang="es-ES" dirty="0">
                <a:ea typeface="+mn-lt"/>
                <a:cs typeface="+mn-lt"/>
              </a:rPr>
              <a:t> </a:t>
            </a:r>
            <a:r>
              <a:rPr lang="es-ES" dirty="0" err="1">
                <a:ea typeface="+mn-lt"/>
                <a:cs typeface="+mn-lt"/>
              </a:rPr>
              <a:t>useful</a:t>
            </a:r>
            <a:r>
              <a:rPr lang="es-ES" dirty="0">
                <a:ea typeface="+mn-lt"/>
                <a:cs typeface="+mn-lt"/>
              </a:rPr>
              <a:t> </a:t>
            </a:r>
            <a:r>
              <a:rPr lang="es-ES" dirty="0" err="1">
                <a:ea typeface="+mn-lt"/>
                <a:cs typeface="+mn-lt"/>
              </a:rPr>
              <a:t>for</a:t>
            </a:r>
            <a:r>
              <a:rPr lang="es-ES" dirty="0">
                <a:ea typeface="+mn-lt"/>
                <a:cs typeface="+mn-lt"/>
              </a:rPr>
              <a:t> </a:t>
            </a:r>
            <a:r>
              <a:rPr lang="es-ES" dirty="0" err="1">
                <a:ea typeface="+mn-lt"/>
                <a:cs typeface="+mn-lt"/>
              </a:rPr>
              <a:t>personalized</a:t>
            </a:r>
            <a:r>
              <a:rPr lang="es-ES" dirty="0">
                <a:ea typeface="+mn-lt"/>
                <a:cs typeface="+mn-lt"/>
              </a:rPr>
              <a:t> </a:t>
            </a:r>
            <a:r>
              <a:rPr lang="es-ES" dirty="0" err="1">
                <a:ea typeface="+mn-lt"/>
                <a:cs typeface="+mn-lt"/>
              </a:rPr>
              <a:t>settings</a:t>
            </a:r>
            <a:r>
              <a:rPr lang="es-ES" dirty="0">
                <a:ea typeface="+mn-lt"/>
                <a:cs typeface="+mn-lt"/>
              </a:rPr>
              <a:t> </a:t>
            </a:r>
            <a:r>
              <a:rPr lang="es-ES" dirty="0" err="1">
                <a:ea typeface="+mn-lt"/>
                <a:cs typeface="+mn-lt"/>
              </a:rPr>
              <a:t>to</a:t>
            </a:r>
            <a:r>
              <a:rPr lang="es-ES" dirty="0">
                <a:ea typeface="+mn-lt"/>
                <a:cs typeface="+mn-lt"/>
              </a:rPr>
              <a:t> </a:t>
            </a:r>
            <a:r>
              <a:rPr lang="es-ES" dirty="0" err="1">
                <a:ea typeface="+mn-lt"/>
                <a:cs typeface="+mn-lt"/>
              </a:rPr>
              <a:t>classify</a:t>
            </a:r>
            <a:r>
              <a:rPr lang="es-ES" dirty="0">
                <a:ea typeface="+mn-lt"/>
                <a:cs typeface="+mn-lt"/>
              </a:rPr>
              <a:t> </a:t>
            </a:r>
            <a:r>
              <a:rPr lang="es-ES" dirty="0" err="1">
                <a:ea typeface="+mn-lt"/>
                <a:cs typeface="+mn-lt"/>
              </a:rPr>
              <a:t>seizures</a:t>
            </a:r>
            <a:r>
              <a:rPr lang="es-ES" dirty="0">
                <a:ea typeface="+mn-lt"/>
                <a:cs typeface="+mn-lt"/>
              </a:rPr>
              <a:t> </a:t>
            </a:r>
            <a:r>
              <a:rPr lang="es-ES" dirty="0" err="1">
                <a:ea typeface="+mn-lt"/>
                <a:cs typeface="+mn-lt"/>
              </a:rPr>
              <a:t>within</a:t>
            </a:r>
            <a:r>
              <a:rPr lang="es-ES" dirty="0">
                <a:ea typeface="+mn-lt"/>
                <a:cs typeface="+mn-lt"/>
              </a:rPr>
              <a:t> </a:t>
            </a:r>
            <a:r>
              <a:rPr lang="es-ES" dirty="0" err="1">
                <a:ea typeface="+mn-lt"/>
                <a:cs typeface="+mn-lt"/>
              </a:rPr>
              <a:t>same</a:t>
            </a:r>
            <a:r>
              <a:rPr lang="es-ES" dirty="0">
                <a:ea typeface="+mn-lt"/>
                <a:cs typeface="+mn-lt"/>
              </a:rPr>
              <a:t> </a:t>
            </a:r>
            <a:r>
              <a:rPr lang="es-ES" dirty="0" err="1">
                <a:ea typeface="+mn-lt"/>
                <a:cs typeface="+mn-lt"/>
              </a:rPr>
              <a:t>patient</a:t>
            </a:r>
            <a:endParaRPr lang="es-ES" dirty="0">
              <a:ea typeface="+mn-lt"/>
              <a:cs typeface="+mn-lt"/>
            </a:endParaRPr>
          </a:p>
          <a:p>
            <a:pPr lvl="1"/>
            <a:r>
              <a:rPr lang="es-ES" b="1" dirty="0" err="1">
                <a:ea typeface="+mn-lt"/>
                <a:cs typeface="+mn-lt"/>
              </a:rPr>
              <a:t>Patient-level</a:t>
            </a:r>
            <a:r>
              <a:rPr lang="es-ES" dirty="0">
                <a:ea typeface="+mn-lt"/>
                <a:cs typeface="+mn-lt"/>
              </a:rPr>
              <a:t>: </a:t>
            </a:r>
            <a:r>
              <a:rPr lang="es-ES" dirty="0" err="1">
                <a:ea typeface="+mn-lt"/>
                <a:cs typeface="+mn-lt"/>
              </a:rPr>
              <a:t>hardest</a:t>
            </a:r>
            <a:r>
              <a:rPr lang="es-ES" dirty="0">
                <a:ea typeface="+mn-lt"/>
                <a:cs typeface="+mn-lt"/>
              </a:rPr>
              <a:t> case, </a:t>
            </a:r>
            <a:r>
              <a:rPr lang="es-ES" dirty="0" err="1">
                <a:ea typeface="+mn-lt"/>
                <a:cs typeface="+mn-lt"/>
              </a:rPr>
              <a:t>but</a:t>
            </a:r>
            <a:r>
              <a:rPr lang="es-ES" dirty="0">
                <a:ea typeface="+mn-lt"/>
                <a:cs typeface="+mn-lt"/>
              </a:rPr>
              <a:t> generalizable </a:t>
            </a:r>
            <a:r>
              <a:rPr lang="es-ES" dirty="0" err="1">
                <a:ea typeface="+mn-lt"/>
                <a:cs typeface="+mn-lt"/>
              </a:rPr>
              <a:t>to</a:t>
            </a:r>
            <a:r>
              <a:rPr lang="es-ES" dirty="0">
                <a:ea typeface="+mn-lt"/>
                <a:cs typeface="+mn-lt"/>
              </a:rPr>
              <a:t> new </a:t>
            </a:r>
            <a:r>
              <a:rPr lang="es-ES" dirty="0" err="1">
                <a:ea typeface="+mn-lt"/>
                <a:cs typeface="+mn-lt"/>
              </a:rPr>
              <a:t>unseen</a:t>
            </a:r>
            <a:r>
              <a:rPr lang="es-ES" dirty="0">
                <a:ea typeface="+mn-lt"/>
                <a:cs typeface="+mn-lt"/>
              </a:rPr>
              <a:t> </a:t>
            </a:r>
            <a:r>
              <a:rPr lang="es-ES" dirty="0" err="1">
                <a:ea typeface="+mn-lt"/>
                <a:cs typeface="+mn-lt"/>
              </a:rPr>
              <a:t>patients</a:t>
            </a:r>
            <a:endParaRPr lang="es-ES" dirty="0">
              <a:ea typeface="+mn-lt"/>
              <a:cs typeface="+mn-lt"/>
            </a:endParaRPr>
          </a:p>
          <a:p>
            <a:r>
              <a:rPr lang="es-ES" sz="2400" b="1" dirty="0">
                <a:ea typeface="+mn-lt"/>
                <a:cs typeface="+mn-lt"/>
              </a:rPr>
              <a:t>Next</a:t>
            </a:r>
            <a:r>
              <a:rPr lang="es-ES" sz="2400" dirty="0">
                <a:ea typeface="+mn-lt"/>
                <a:cs typeface="+mn-lt"/>
              </a:rPr>
              <a:t>: </a:t>
            </a:r>
            <a:r>
              <a:rPr lang="es-ES" sz="2400" dirty="0" err="1">
                <a:ea typeface="+mn-lt"/>
                <a:cs typeface="+mn-lt"/>
              </a:rPr>
              <a:t>incorporate</a:t>
            </a:r>
            <a:r>
              <a:rPr lang="es-ES" sz="2400" dirty="0">
                <a:ea typeface="+mn-lt"/>
                <a:cs typeface="+mn-lt"/>
              </a:rPr>
              <a:t> temporal </a:t>
            </a:r>
            <a:r>
              <a:rPr lang="es-ES" sz="2400" dirty="0" err="1">
                <a:ea typeface="+mn-lt"/>
                <a:cs typeface="+mn-lt"/>
              </a:rPr>
              <a:t>information</a:t>
            </a:r>
            <a:r>
              <a:rPr lang="es-ES" sz="2400" dirty="0">
                <a:ea typeface="+mn-lt"/>
                <a:cs typeface="+mn-lt"/>
              </a:rPr>
              <a:t> </a:t>
            </a:r>
          </a:p>
          <a:p>
            <a:pPr lvl="1"/>
            <a:r>
              <a:rPr lang="es-ES" dirty="0" err="1">
                <a:ea typeface="+mn-lt"/>
                <a:cs typeface="+mn-lt"/>
              </a:rPr>
              <a:t>Allows</a:t>
            </a:r>
            <a:r>
              <a:rPr lang="es-ES" dirty="0">
                <a:ea typeface="+mn-lt"/>
                <a:cs typeface="+mn-lt"/>
              </a:rPr>
              <a:t> </a:t>
            </a:r>
            <a:r>
              <a:rPr lang="es-ES" dirty="0" err="1">
                <a:ea typeface="+mn-lt"/>
                <a:cs typeface="+mn-lt"/>
              </a:rPr>
              <a:t>for</a:t>
            </a:r>
            <a:r>
              <a:rPr lang="es-ES" dirty="0">
                <a:ea typeface="+mn-lt"/>
                <a:cs typeface="+mn-lt"/>
              </a:rPr>
              <a:t> </a:t>
            </a:r>
            <a:r>
              <a:rPr lang="es-ES" dirty="0" err="1">
                <a:ea typeface="+mn-lt"/>
                <a:cs typeface="+mn-lt"/>
              </a:rPr>
              <a:t>model</a:t>
            </a:r>
            <a:r>
              <a:rPr lang="es-ES" dirty="0">
                <a:ea typeface="+mn-lt"/>
                <a:cs typeface="+mn-lt"/>
              </a:rPr>
              <a:t> </a:t>
            </a:r>
            <a:r>
              <a:rPr lang="es-ES" dirty="0" err="1">
                <a:ea typeface="+mn-lt"/>
                <a:cs typeface="+mn-lt"/>
              </a:rPr>
              <a:t>to</a:t>
            </a:r>
            <a:r>
              <a:rPr lang="es-ES" dirty="0">
                <a:ea typeface="+mn-lt"/>
                <a:cs typeface="+mn-lt"/>
              </a:rPr>
              <a:t> </a:t>
            </a:r>
            <a:r>
              <a:rPr lang="es-ES" dirty="0" err="1">
                <a:ea typeface="+mn-lt"/>
                <a:cs typeface="+mn-lt"/>
              </a:rPr>
              <a:t>track</a:t>
            </a:r>
            <a:r>
              <a:rPr lang="es-ES" dirty="0">
                <a:ea typeface="+mn-lt"/>
                <a:cs typeface="+mn-lt"/>
              </a:rPr>
              <a:t> </a:t>
            </a:r>
            <a:r>
              <a:rPr lang="es-ES" dirty="0" err="1">
                <a:ea typeface="+mn-lt"/>
                <a:cs typeface="+mn-lt"/>
              </a:rPr>
              <a:t>evolution</a:t>
            </a:r>
            <a:r>
              <a:rPr lang="es-ES" dirty="0">
                <a:ea typeface="+mn-lt"/>
                <a:cs typeface="+mn-lt"/>
              </a:rPr>
              <a:t> </a:t>
            </a:r>
            <a:r>
              <a:rPr lang="es-ES" dirty="0" err="1">
                <a:ea typeface="+mn-lt"/>
                <a:cs typeface="+mn-lt"/>
              </a:rPr>
              <a:t>over</a:t>
            </a:r>
            <a:r>
              <a:rPr lang="es-ES" dirty="0">
                <a:ea typeface="+mn-lt"/>
                <a:cs typeface="+mn-lt"/>
              </a:rPr>
              <a:t> time, </a:t>
            </a:r>
            <a:r>
              <a:rPr lang="es-ES" dirty="0" err="1">
                <a:ea typeface="+mn-lt"/>
                <a:cs typeface="+mn-lt"/>
              </a:rPr>
              <a:t>gives</a:t>
            </a:r>
            <a:r>
              <a:rPr lang="es-ES" dirty="0">
                <a:ea typeface="+mn-lt"/>
                <a:cs typeface="+mn-lt"/>
              </a:rPr>
              <a:t> </a:t>
            </a:r>
            <a:r>
              <a:rPr lang="es-ES" dirty="0" err="1">
                <a:ea typeface="+mn-lt"/>
                <a:cs typeface="+mn-lt"/>
              </a:rPr>
              <a:t>it</a:t>
            </a:r>
            <a:r>
              <a:rPr lang="es-ES" dirty="0">
                <a:ea typeface="+mn-lt"/>
                <a:cs typeface="+mn-lt"/>
              </a:rPr>
              <a:t> “</a:t>
            </a:r>
            <a:r>
              <a:rPr lang="es-ES" dirty="0" err="1">
                <a:ea typeface="+mn-lt"/>
                <a:cs typeface="+mn-lt"/>
              </a:rPr>
              <a:t>memory</a:t>
            </a:r>
            <a:r>
              <a:rPr lang="es-ES" dirty="0">
                <a:ea typeface="+mn-lt"/>
                <a:cs typeface="+mn-lt"/>
              </a:rPr>
              <a:t>” </a:t>
            </a:r>
          </a:p>
          <a:p>
            <a:endParaRPr lang="es-ES" sz="2400" dirty="0">
              <a:ea typeface="+mn-lt"/>
              <a:cs typeface="+mn-lt"/>
            </a:endParaRPr>
          </a:p>
          <a:p>
            <a:endParaRPr lang="en-GB" sz="2400" b="1" dirty="0">
              <a:ea typeface="+mn-lt"/>
              <a:cs typeface="+mn-lt"/>
            </a:endParaRPr>
          </a:p>
          <a:p>
            <a:pPr marL="0" indent="0">
              <a:buNone/>
            </a:pPr>
            <a:endParaRPr lang="en-GB" sz="2400" dirty="0"/>
          </a:p>
        </p:txBody>
      </p:sp>
    </p:spTree>
    <p:extLst>
      <p:ext uri="{BB962C8B-B14F-4D97-AF65-F5344CB8AC3E}">
        <p14:creationId xmlns:p14="http://schemas.microsoft.com/office/powerpoint/2010/main" val="27366036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77B5B20-8EEE-4CA5-8810-762F1A682DA9}">
  <we:reference id="ec75510c-17ee-4a9f-ace0-62bbcae56d7a" version="1.0.0.0" store="excatalog" storeType="excatalog"/>
  <we:alternateReferences>
    <we:reference id="WA200000094" version="1.0.0.0" store="ca-es"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1812</TotalTime>
  <Words>895</Words>
  <Application>Microsoft Macintosh PowerPoint</Application>
  <PresentationFormat>Widescreen</PresentationFormat>
  <Paragraphs>88</Paragraphs>
  <Slides>15</Slides>
  <Notes>6</Notes>
  <HiddenSlides>3</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Aptos</vt:lpstr>
      <vt:lpstr>Aptos Display</vt:lpstr>
      <vt:lpstr>Arial</vt:lpstr>
      <vt:lpstr>Office Theme</vt:lpstr>
      <vt:lpstr>Seizure Classification with  Deep Learning</vt:lpstr>
      <vt:lpstr>Background and Motivations</vt:lpstr>
      <vt:lpstr>Dataset</vt:lpstr>
      <vt:lpstr>Goals</vt:lpstr>
      <vt:lpstr>Methodology: Architecture Selection</vt:lpstr>
      <vt:lpstr>CNN Methodology Overview</vt:lpstr>
      <vt:lpstr>LSTM Methodology Overview</vt:lpstr>
      <vt:lpstr>CNN Steps</vt:lpstr>
      <vt:lpstr>Experimental Design</vt:lpstr>
      <vt:lpstr>Results: Understanding Training Process</vt:lpstr>
      <vt:lpstr>F1 Scores – 3 × 2 × 2 Scenario Comparison</vt:lpstr>
      <vt:lpstr>F1 and ROC AUC: Key Insights</vt:lpstr>
      <vt:lpstr>ROC-AUC Scores – 3 × 2 × 2 Scenarios</vt:lpstr>
      <vt:lpstr>Confusion Matrices</vt:lpstr>
      <vt:lpstr>Conclusion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Enoch Shin</dc:creator>
  <cp:lastModifiedBy>Enoch Shin</cp:lastModifiedBy>
  <cp:revision>42</cp:revision>
  <dcterms:created xsi:type="dcterms:W3CDTF">2026-02-10T15:08:16Z</dcterms:created>
  <dcterms:modified xsi:type="dcterms:W3CDTF">2026-04-24T20:20:04Z</dcterms:modified>
</cp:coreProperties>
</file>